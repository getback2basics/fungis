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5143500" cx="9144000"/>
  <p:notesSz cx="6858000" cy="9144000"/>
  <p:embeddedFontLst>
    <p:embeddedFont>
      <p:font typeface="Open Sans Light"/>
      <p:regular r:id="rId42"/>
      <p:bold r:id="rId43"/>
      <p:italic r:id="rId44"/>
      <p:boldItalic r:id="rId45"/>
    </p:embeddedFont>
    <p:embeddedFont>
      <p:font typeface="Open Sans"/>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0" roundtripDataSignature="AMtx7mi3qNclomwccoJCMx1Njrurfa2S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OpenSansLight-regular.fntdata"/><Relationship Id="rId41" Type="http://schemas.openxmlformats.org/officeDocument/2006/relationships/slide" Target="slides/slide36.xml"/><Relationship Id="rId44" Type="http://schemas.openxmlformats.org/officeDocument/2006/relationships/font" Target="fonts/OpenSansLight-italic.fntdata"/><Relationship Id="rId43" Type="http://schemas.openxmlformats.org/officeDocument/2006/relationships/font" Target="fonts/OpenSansLight-bold.fntdata"/><Relationship Id="rId46" Type="http://schemas.openxmlformats.org/officeDocument/2006/relationships/font" Target="fonts/OpenSans-regular.fntdata"/><Relationship Id="rId45" Type="http://schemas.openxmlformats.org/officeDocument/2006/relationships/font" Target="fonts/OpenSansLight-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font" Target="fonts/OpenSans-italic.fntdata"/><Relationship Id="rId47" Type="http://schemas.openxmlformats.org/officeDocument/2006/relationships/font" Target="fonts/OpenSans-bold.fntdata"/><Relationship Id="rId49" Type="http://schemas.openxmlformats.org/officeDocument/2006/relationships/font" Target="fonts/Open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270"/>
              </a:spcBef>
              <a:spcAft>
                <a:spcPts val="0"/>
              </a:spcAft>
              <a:buClr>
                <a:srgbClr val="000000"/>
              </a:buClr>
              <a:buSzPts val="1400"/>
              <a:buFont typeface="Arial"/>
              <a:buNone/>
              <a:defRPr b="0" i="0" sz="900" u="none" cap="none" strike="noStrike">
                <a:solidFill>
                  <a:schemeClr val="dk1"/>
                </a:solidFill>
                <a:latin typeface="Arial"/>
                <a:ea typeface="Arial"/>
                <a:cs typeface="Arial"/>
                <a:sym typeface="Arial"/>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rojects.gisquick.org/?PROJECT=georgecorea%2Fworkshop%2FWorkshop_Base"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rojects.gisquick.org/?PROJECT=georgecorea%2Fworkshop%2FWorkshop_Base"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ev.gisquick.org/?PROJECT=mgmdata/FunGIS2022" TargetMode="External"/><Relationship Id="rId3" Type="http://schemas.openxmlformats.org/officeDocument/2006/relationships/hyperlink" Target="https://projects.gisquick.org/?PROJECT=georgecorea%2Fworkshop%2FWorkshop_Base"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ev.gisquick.org/?PROJECT=mgmdata/FunGIS2022" TargetMode="External"/><Relationship Id="rId3" Type="http://schemas.openxmlformats.org/officeDocument/2006/relationships/hyperlink" Target="https://projects.gisquick.org/?PROJECT=georgecorea%2Fworkshop%2FWorkshop_Base"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pp.qfield.cloud/a/fungisfnq/FungisSpatailOlympics2023/collaborators"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qfield.org/how-to/map-interaction/" TargetMode="External"/><Relationship Id="rId3" Type="http://schemas.openxmlformats.org/officeDocument/2006/relationships/hyperlink" Target="https://docs.qfield.org/how-to/measuring-tool/" TargetMode="External"/><Relationship Id="rId4" Type="http://schemas.openxmlformats.org/officeDocument/2006/relationships/hyperlink" Target="https://docs.qfield.org/how-to/print-to-pdf/" TargetMode="External"/><Relationship Id="rId5" Type="http://schemas.openxmlformats.org/officeDocument/2006/relationships/hyperlink" Target="https://docs.qfield.org/how-to/search/" TargetMode="External"/><Relationship Id="rId6" Type="http://schemas.openxmlformats.org/officeDocument/2006/relationships/hyperlink" Target="https://docs.qfield.org/get-started/"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50" name="Google Shape;75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1" name="Google Shape;75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1582b2d5ce5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60" name="Google Shape;760;g1582b2d5ce5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1" name="Google Shape;761;g1582b2d5ce5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1534ab53594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70"/>
              </a:spcBef>
              <a:spcAft>
                <a:spcPts val="0"/>
              </a:spcAft>
              <a:buSzPts val="1400"/>
              <a:buNone/>
            </a:pPr>
            <a:r>
              <a:rPr lang="en-US"/>
              <a:t>Collage of Web interface shots. Demo using</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rPr lang="en-US"/>
              <a:t>or</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rPr lang="en-US" u="sng">
                <a:solidFill>
                  <a:schemeClr val="hlink"/>
                </a:solidFill>
                <a:hlinkClick r:id="rId2"/>
              </a:rPr>
              <a:t>https://projects.gisquick.org/?PROJECT=georgecorea%2Fworkshop%2FWorkshop_Base</a:t>
            </a:r>
            <a:endParaRPr/>
          </a:p>
        </p:txBody>
      </p:sp>
      <p:sp>
        <p:nvSpPr>
          <p:cNvPr id="771" name="Google Shape;771;g1534ab5359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1534ab53594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70"/>
              </a:spcBef>
              <a:spcAft>
                <a:spcPts val="0"/>
              </a:spcAft>
              <a:buSzPts val="1400"/>
              <a:buNone/>
            </a:pPr>
            <a:r>
              <a:rPr lang="en-US"/>
              <a:t>Collage of Web interface shots. Demo using</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rPr lang="en-US"/>
              <a:t>or</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rPr lang="en-US" u="sng">
                <a:solidFill>
                  <a:schemeClr val="hlink"/>
                </a:solidFill>
                <a:hlinkClick r:id="rId2"/>
              </a:rPr>
              <a:t>https://projects.gisquick.org/?PROJECT=georgecorea%2Fworkshop%2FWorkshop_Base</a:t>
            </a:r>
            <a:endParaRPr/>
          </a:p>
        </p:txBody>
      </p:sp>
      <p:sp>
        <p:nvSpPr>
          <p:cNvPr id="779" name="Google Shape;779;g1534ab53594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70"/>
              </a:spcBef>
              <a:spcAft>
                <a:spcPts val="0"/>
              </a:spcAft>
              <a:buSzPts val="1400"/>
              <a:buNone/>
            </a:pPr>
            <a:r>
              <a:rPr lang="en-US"/>
              <a:t>Collage of Web interface shots. Demo using</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rPr lang="en-US" u="sng">
                <a:solidFill>
                  <a:schemeClr val="hlink"/>
                </a:solidFill>
                <a:hlinkClick r:id="rId2"/>
              </a:rPr>
              <a:t>https://dev.gisquick.org/?PROJECT=mgmdata/FunGIS2022</a:t>
            </a:r>
            <a:r>
              <a:rPr lang="en-US"/>
              <a:t> </a:t>
            </a:r>
            <a:endParaRPr/>
          </a:p>
          <a:p>
            <a:pPr indent="0" lvl="0" marL="0" rtl="0" algn="l">
              <a:lnSpc>
                <a:spcPct val="100000"/>
              </a:lnSpc>
              <a:spcBef>
                <a:spcPts val="270"/>
              </a:spcBef>
              <a:spcAft>
                <a:spcPts val="0"/>
              </a:spcAft>
              <a:buSzPts val="1400"/>
              <a:buNone/>
            </a:pPr>
            <a:r>
              <a:rPr lang="en-US"/>
              <a:t>or</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rPr lang="en-US" u="sng">
                <a:solidFill>
                  <a:schemeClr val="hlink"/>
                </a:solidFill>
                <a:hlinkClick r:id="rId3"/>
              </a:rPr>
              <a:t>https://projects.gisquick.org/?PROJECT=georgecorea%2Fworkshop%2FWorkshop_Base</a:t>
            </a:r>
            <a:endParaRPr/>
          </a:p>
        </p:txBody>
      </p:sp>
      <p:sp>
        <p:nvSpPr>
          <p:cNvPr id="787" name="Google Shape;78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152440a6e00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70"/>
              </a:spcBef>
              <a:spcAft>
                <a:spcPts val="0"/>
              </a:spcAft>
              <a:buSzPts val="1400"/>
              <a:buNone/>
            </a:pPr>
            <a:r>
              <a:rPr lang="en-US"/>
              <a:t>Collage of Mobile interface shots - Demo using mobile device</a:t>
            </a:r>
            <a:endParaRPr/>
          </a:p>
        </p:txBody>
      </p:sp>
      <p:sp>
        <p:nvSpPr>
          <p:cNvPr id="799" name="Google Shape;799;g152440a6e0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270"/>
              </a:spcBef>
              <a:spcAft>
                <a:spcPts val="0"/>
              </a:spcAft>
              <a:buNone/>
            </a:pPr>
            <a:r>
              <a:t/>
            </a:r>
            <a:endParaRPr/>
          </a:p>
        </p:txBody>
      </p:sp>
      <p:sp>
        <p:nvSpPr>
          <p:cNvPr id="810" name="Google Shape;81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70"/>
              </a:spcBef>
              <a:spcAft>
                <a:spcPts val="0"/>
              </a:spcAft>
              <a:buSzPts val="1400"/>
              <a:buNone/>
            </a:pPr>
            <a:r>
              <a:t/>
            </a:r>
            <a:endParaRPr/>
          </a:p>
        </p:txBody>
      </p:sp>
      <p:sp>
        <p:nvSpPr>
          <p:cNvPr id="822" name="Google Shape;82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70"/>
              </a:spcBef>
              <a:spcAft>
                <a:spcPts val="0"/>
              </a:spcAft>
              <a:buSzPts val="1400"/>
              <a:buNone/>
            </a:pPr>
            <a:r>
              <a:rPr lang="en-US"/>
              <a:t>Max 50mb project on the test server from the company.</a:t>
            </a:r>
            <a:endParaRPr/>
          </a:p>
          <a:p>
            <a:pPr indent="0" lvl="0" marL="0" rtl="0" algn="l">
              <a:lnSpc>
                <a:spcPct val="100000"/>
              </a:lnSpc>
              <a:spcBef>
                <a:spcPts val="270"/>
              </a:spcBef>
              <a:spcAft>
                <a:spcPts val="0"/>
              </a:spcAft>
              <a:buSzPts val="1400"/>
              <a:buNone/>
            </a:pPr>
            <a:r>
              <a:rPr lang="en-US"/>
              <a:t>You can host your own if you get a linux server from AWS or similar</a:t>
            </a:r>
            <a:endParaRPr/>
          </a:p>
          <a:p>
            <a:pPr indent="0" lvl="0" marL="0" rtl="0" algn="l">
              <a:lnSpc>
                <a:spcPct val="100000"/>
              </a:lnSpc>
              <a:spcBef>
                <a:spcPts val="270"/>
              </a:spcBef>
              <a:spcAft>
                <a:spcPts val="0"/>
              </a:spcAft>
              <a:buSzPts val="1400"/>
              <a:buNone/>
            </a:pPr>
            <a:r>
              <a:rPr lang="en-US"/>
              <a:t>The screen grabs below are for their production system but the authors have given me access to a dev instance which will launch later this month so I am demoing in that.</a:t>
            </a:r>
            <a:endParaRPr/>
          </a:p>
        </p:txBody>
      </p:sp>
      <p:sp>
        <p:nvSpPr>
          <p:cNvPr id="839" name="Google Shape;83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152440a6e00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70"/>
              </a:spcBef>
              <a:spcAft>
                <a:spcPts val="0"/>
              </a:spcAft>
              <a:buSzPts val="1400"/>
              <a:buNone/>
            </a:pPr>
            <a:r>
              <a:rPr lang="en-US"/>
              <a:t>Download the plugin from here for your windows, iOS or linux system.</a:t>
            </a:r>
            <a:endParaRPr/>
          </a:p>
          <a:p>
            <a:pPr indent="0" lvl="0" marL="0" rtl="0" algn="l">
              <a:lnSpc>
                <a:spcPct val="100000"/>
              </a:lnSpc>
              <a:spcBef>
                <a:spcPts val="270"/>
              </a:spcBef>
              <a:spcAft>
                <a:spcPts val="0"/>
              </a:spcAft>
              <a:buSzPts val="1400"/>
              <a:buNone/>
            </a:pPr>
            <a:r>
              <a:rPr lang="en-US"/>
              <a:t>Login to the plugin in QGIS</a:t>
            </a:r>
            <a:endParaRPr/>
          </a:p>
          <a:p>
            <a:pPr indent="0" lvl="0" marL="0" rtl="0" algn="l">
              <a:lnSpc>
                <a:spcPct val="100000"/>
              </a:lnSpc>
              <a:spcBef>
                <a:spcPts val="270"/>
              </a:spcBef>
              <a:spcAft>
                <a:spcPts val="0"/>
              </a:spcAft>
              <a:buSzPts val="1400"/>
              <a:buNone/>
            </a:pPr>
            <a:r>
              <a:rPr lang="en-US"/>
              <a:t>Once connected the steps will get highlighted as you properly configure the project in QGIS Desktop</a:t>
            </a:r>
            <a:endParaRPr/>
          </a:p>
          <a:p>
            <a:pPr indent="0" lvl="0" marL="0" rtl="0" algn="l">
              <a:lnSpc>
                <a:spcPct val="100000"/>
              </a:lnSpc>
              <a:spcBef>
                <a:spcPts val="270"/>
              </a:spcBef>
              <a:spcAft>
                <a:spcPts val="0"/>
              </a:spcAft>
              <a:buSzPts val="1400"/>
              <a:buNone/>
            </a:pPr>
            <a:r>
              <a:rPr lang="en-US"/>
              <a:t>Data MUST be</a:t>
            </a:r>
            <a:endParaRPr/>
          </a:p>
          <a:p>
            <a:pPr indent="0" lvl="0" marL="0" rtl="0" algn="l">
              <a:lnSpc>
                <a:spcPct val="100000"/>
              </a:lnSpc>
              <a:spcBef>
                <a:spcPts val="270"/>
              </a:spcBef>
              <a:spcAft>
                <a:spcPts val="0"/>
              </a:spcAft>
              <a:buSzPts val="1400"/>
              <a:buNone/>
            </a:pPr>
            <a:r>
              <a:rPr lang="en-US"/>
              <a:t>– in same folder as project</a:t>
            </a:r>
            <a:endParaRPr/>
          </a:p>
          <a:p>
            <a:pPr indent="0" lvl="0" marL="0" rtl="0" algn="l">
              <a:lnSpc>
                <a:spcPct val="100000"/>
              </a:lnSpc>
              <a:spcBef>
                <a:spcPts val="270"/>
              </a:spcBef>
              <a:spcAft>
                <a:spcPts val="0"/>
              </a:spcAft>
              <a:buSzPts val="1400"/>
              <a:buNone/>
            </a:pPr>
            <a:r>
              <a:rPr lang="en-US"/>
              <a:t>– ideally in one projection</a:t>
            </a:r>
            <a:endParaRPr/>
          </a:p>
          <a:p>
            <a:pPr indent="0" lvl="0" marL="0" rtl="0" algn="l">
              <a:lnSpc>
                <a:spcPct val="100000"/>
              </a:lnSpc>
              <a:spcBef>
                <a:spcPts val="270"/>
              </a:spcBef>
              <a:spcAft>
                <a:spcPts val="0"/>
              </a:spcAft>
              <a:buSzPts val="1400"/>
              <a:buNone/>
            </a:pPr>
            <a:r>
              <a:rPr lang="en-US"/>
              <a:t>– ideally in gpkg</a:t>
            </a:r>
            <a:endParaRPr/>
          </a:p>
          <a:p>
            <a:pPr indent="0" lvl="0" marL="0" rtl="0" algn="l">
              <a:lnSpc>
                <a:spcPct val="100000"/>
              </a:lnSpc>
              <a:spcBef>
                <a:spcPts val="270"/>
              </a:spcBef>
              <a:spcAft>
                <a:spcPts val="0"/>
              </a:spcAft>
              <a:buSzPts val="1400"/>
              <a:buNone/>
            </a:pPr>
            <a:r>
              <a:rPr lang="en-US"/>
              <a:t>– project title must be set</a:t>
            </a:r>
            <a:endParaRPr/>
          </a:p>
        </p:txBody>
      </p:sp>
      <p:sp>
        <p:nvSpPr>
          <p:cNvPr id="846" name="Google Shape;846;g152440a6e00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152440a6e00_0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70"/>
              </a:spcBef>
              <a:spcAft>
                <a:spcPts val="0"/>
              </a:spcAft>
              <a:buSzPts val="1400"/>
              <a:buNone/>
            </a:pPr>
            <a:r>
              <a:rPr lang="en-US"/>
              <a:t>It will let you know what can/should be changed.</a:t>
            </a:r>
            <a:endParaRPr/>
          </a:p>
          <a:p>
            <a:pPr indent="0" lvl="0" marL="0" rtl="0" algn="l">
              <a:lnSpc>
                <a:spcPct val="100000"/>
              </a:lnSpc>
              <a:spcBef>
                <a:spcPts val="270"/>
              </a:spcBef>
              <a:spcAft>
                <a:spcPts val="0"/>
              </a:spcAft>
              <a:buSzPts val="1400"/>
              <a:buNone/>
            </a:pPr>
            <a:r>
              <a:rPr lang="en-US"/>
              <a:t>At MINIMUM you must have scales defined (1:1000,5000,10000,25k, 50k etc depending on your data)</a:t>
            </a:r>
            <a:endParaRPr/>
          </a:p>
          <a:p>
            <a:pPr indent="0" lvl="0" marL="0" rtl="0" algn="l">
              <a:lnSpc>
                <a:spcPct val="100000"/>
              </a:lnSpc>
              <a:spcBef>
                <a:spcPts val="270"/>
              </a:spcBef>
              <a:spcAft>
                <a:spcPts val="0"/>
              </a:spcAft>
              <a:buSzPts val="1400"/>
              <a:buNone/>
            </a:pPr>
            <a:r>
              <a:rPr lang="en-US"/>
              <a:t>We’ll finalize this for now and then go back and look at improving the clients experience.</a:t>
            </a:r>
            <a:endParaRPr/>
          </a:p>
          <a:p>
            <a:pPr indent="0" lvl="0" marL="0" rtl="0" algn="l">
              <a:lnSpc>
                <a:spcPct val="100000"/>
              </a:lnSpc>
              <a:spcBef>
                <a:spcPts val="270"/>
              </a:spcBef>
              <a:spcAft>
                <a:spcPts val="0"/>
              </a:spcAft>
              <a:buSzPts val="1400"/>
              <a:buNone/>
            </a:pPr>
            <a:r>
              <a:rPr lang="en-US"/>
              <a:t>Click Update and then the “Map” icon on the right of the top bar.</a:t>
            </a:r>
            <a:endParaRPr/>
          </a:p>
          <a:p>
            <a:pPr indent="0" lvl="0" marL="0" rtl="0" algn="l">
              <a:lnSpc>
                <a:spcPct val="100000"/>
              </a:lnSpc>
              <a:spcBef>
                <a:spcPts val="270"/>
              </a:spcBef>
              <a:spcAft>
                <a:spcPts val="0"/>
              </a:spcAft>
              <a:buSzPts val="1400"/>
              <a:buNone/>
            </a:pPr>
            <a:r>
              <a:rPr lang="en-US"/>
              <a:t>You can only have one QGIS project open but you may have multiple project files in the folder but just upload what you need.</a:t>
            </a:r>
            <a:endParaRPr/>
          </a:p>
          <a:p>
            <a:pPr indent="0" lvl="0" marL="0" rtl="0" algn="l">
              <a:lnSpc>
                <a:spcPct val="100000"/>
              </a:lnSpc>
              <a:spcBef>
                <a:spcPts val="270"/>
              </a:spcBef>
              <a:spcAft>
                <a:spcPts val="0"/>
              </a:spcAft>
              <a:buSzPts val="1400"/>
              <a:buNone/>
            </a:pPr>
            <a:r>
              <a:rPr lang="en-US"/>
              <a:t>For the INFO tool to work you have to set it as per the Attributes slide (in this presentation)</a:t>
            </a:r>
            <a:endParaRPr/>
          </a:p>
          <a:p>
            <a:pPr indent="0" lvl="0" marL="0" rtl="0" algn="l">
              <a:lnSpc>
                <a:spcPct val="100000"/>
              </a:lnSpc>
              <a:spcBef>
                <a:spcPts val="270"/>
              </a:spcBef>
              <a:spcAft>
                <a:spcPts val="0"/>
              </a:spcAft>
              <a:buSzPts val="1400"/>
              <a:buNone/>
            </a:pPr>
            <a:r>
              <a:rPr lang="en-US"/>
              <a:t>You can set who is able to see the map (access restrictions), set the extents and scales under the layers tab. In the settings tab you can set contexts (collections of layers), base maps (what to show underneath) and configure which attributes of which tables are visible in the table view and info view.</a:t>
            </a:r>
            <a:endParaRPr/>
          </a:p>
        </p:txBody>
      </p:sp>
      <p:sp>
        <p:nvSpPr>
          <p:cNvPr id="857" name="Google Shape;857;g152440a6e00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Thats a functional web GIS within minutes…but the true test is can it have meaningful symbology and labels… in that is what you see in the desktop reflected in the web interface?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Lets go from a raw dataset view to something that looks nice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Clr>
                <a:schemeClr val="dk1"/>
              </a:buClr>
              <a:buSzPts val="1400"/>
              <a:buFont typeface="Arial"/>
              <a:buNone/>
            </a:pPr>
            <a:r>
              <a:rPr lang="en-US"/>
              <a:t>Open \</a:t>
            </a:r>
            <a:r>
              <a:rPr lang="en-US"/>
              <a:t>QField_Staging</a:t>
            </a:r>
            <a:endParaRPr/>
          </a:p>
          <a:p>
            <a:pPr indent="0" lvl="0" marL="0" rtl="0" algn="l">
              <a:lnSpc>
                <a:spcPct val="100000"/>
              </a:lnSpc>
              <a:spcBef>
                <a:spcPts val="0"/>
              </a:spcBef>
              <a:spcAft>
                <a:spcPts val="0"/>
              </a:spcAft>
              <a:buClr>
                <a:schemeClr val="dk1"/>
              </a:buClr>
              <a:buSzPts val="1400"/>
              <a:buFont typeface="Arial"/>
              <a:buNone/>
            </a:pPr>
            <a:r>
              <a:t/>
            </a:r>
            <a:endParaRPr/>
          </a:p>
          <a:p>
            <a:pPr indent="-317500" lvl="0" marL="457200" rtl="0" algn="l">
              <a:lnSpc>
                <a:spcPct val="100000"/>
              </a:lnSpc>
              <a:spcBef>
                <a:spcPts val="0"/>
              </a:spcBef>
              <a:spcAft>
                <a:spcPts val="0"/>
              </a:spcAft>
              <a:buClr>
                <a:schemeClr val="dk1"/>
              </a:buClr>
              <a:buSzPts val="1400"/>
              <a:buChar char="-"/>
            </a:pPr>
            <a:r>
              <a:rPr lang="en-US"/>
              <a:t>copy paste symbology</a:t>
            </a:r>
            <a:endParaRPr/>
          </a:p>
          <a:p>
            <a:pPr indent="-317500" lvl="0" marL="457200" rtl="0" algn="l">
              <a:lnSpc>
                <a:spcPct val="100000"/>
              </a:lnSpc>
              <a:spcBef>
                <a:spcPts val="0"/>
              </a:spcBef>
              <a:spcAft>
                <a:spcPts val="0"/>
              </a:spcAft>
              <a:buClr>
                <a:schemeClr val="dk1"/>
              </a:buClr>
              <a:buSzPts val="1400"/>
              <a:buChar char="-"/>
            </a:pPr>
            <a:r>
              <a:rPr lang="en-US"/>
              <a:t>load symbology</a:t>
            </a:r>
            <a:endParaRPr/>
          </a:p>
          <a:p>
            <a:pPr indent="-317500" lvl="0" marL="457200" rtl="0" algn="l">
              <a:lnSpc>
                <a:spcPct val="100000"/>
              </a:lnSpc>
              <a:spcBef>
                <a:spcPts val="0"/>
              </a:spcBef>
              <a:spcAft>
                <a:spcPts val="0"/>
              </a:spcAft>
              <a:buClr>
                <a:schemeClr val="dk1"/>
              </a:buClr>
              <a:buSzPts val="1400"/>
              <a:buChar char="-"/>
            </a:pPr>
            <a:r>
              <a:rPr lang="en-US"/>
              <a:t>save symbology</a:t>
            </a:r>
            <a:endParaRPr/>
          </a:p>
          <a:p>
            <a:pPr indent="-317500" lvl="0" marL="457200" rtl="0" algn="l">
              <a:lnSpc>
                <a:spcPct val="100000"/>
              </a:lnSpc>
              <a:spcBef>
                <a:spcPts val="0"/>
              </a:spcBef>
              <a:spcAft>
                <a:spcPts val="0"/>
              </a:spcAft>
              <a:buSzPts val="1400"/>
              <a:buChar char="-"/>
            </a:pPr>
            <a:r>
              <a:rPr lang="en-US"/>
              <a:t>load lyr file with WMS details</a:t>
            </a:r>
            <a:endParaRPr/>
          </a:p>
          <a:p>
            <a:pPr indent="0" lvl="0" marL="0" rtl="0" algn="l">
              <a:lnSpc>
                <a:spcPct val="100000"/>
              </a:lnSpc>
              <a:spcBef>
                <a:spcPts val="270"/>
              </a:spcBef>
              <a:spcAft>
                <a:spcPts val="0"/>
              </a:spcAft>
              <a:buSzPts val="1400"/>
              <a:buNone/>
            </a:pPr>
            <a:r>
              <a:t/>
            </a:r>
            <a:endParaRPr/>
          </a:p>
        </p:txBody>
      </p:sp>
      <p:sp>
        <p:nvSpPr>
          <p:cNvPr id="868" name="Google Shape;86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152d8d3ad97_1_1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Lets go from a raw dataset view to something that looks nice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Clr>
                <a:schemeClr val="dk1"/>
              </a:buClr>
              <a:buSzPts val="1400"/>
              <a:buFont typeface="Arial"/>
              <a:buNone/>
            </a:pPr>
            <a:r>
              <a:rPr lang="en-US"/>
              <a:t>Open FunGIS\QGIS\workshop\</a:t>
            </a:r>
            <a:endParaRPr/>
          </a:p>
          <a:p>
            <a:pPr indent="0" lvl="0" marL="0" rtl="0" algn="l">
              <a:lnSpc>
                <a:spcPct val="100000"/>
              </a:lnSpc>
              <a:spcBef>
                <a:spcPts val="0"/>
              </a:spcBef>
              <a:spcAft>
                <a:spcPts val="0"/>
              </a:spcAft>
              <a:buClr>
                <a:schemeClr val="dk1"/>
              </a:buClr>
              <a:buSzPts val="1400"/>
              <a:buFont typeface="Arial"/>
              <a:buNone/>
            </a:pPr>
            <a:r>
              <a:t/>
            </a:r>
            <a:endParaRPr/>
          </a:p>
          <a:p>
            <a:pPr indent="-317500" lvl="0" marL="457200" rtl="0" algn="l">
              <a:lnSpc>
                <a:spcPct val="100000"/>
              </a:lnSpc>
              <a:spcBef>
                <a:spcPts val="0"/>
              </a:spcBef>
              <a:spcAft>
                <a:spcPts val="0"/>
              </a:spcAft>
              <a:buClr>
                <a:schemeClr val="dk1"/>
              </a:buClr>
              <a:buSzPts val="1400"/>
              <a:buChar char="-"/>
            </a:pPr>
            <a:r>
              <a:rPr lang="en-US"/>
              <a:t>copy paste symbology</a:t>
            </a:r>
            <a:endParaRPr/>
          </a:p>
          <a:p>
            <a:pPr indent="-317500" lvl="0" marL="457200" rtl="0" algn="l">
              <a:lnSpc>
                <a:spcPct val="100000"/>
              </a:lnSpc>
              <a:spcBef>
                <a:spcPts val="0"/>
              </a:spcBef>
              <a:spcAft>
                <a:spcPts val="0"/>
              </a:spcAft>
              <a:buClr>
                <a:schemeClr val="dk1"/>
              </a:buClr>
              <a:buSzPts val="1400"/>
              <a:buChar char="-"/>
            </a:pPr>
            <a:r>
              <a:rPr lang="en-US"/>
              <a:t>load symbology</a:t>
            </a:r>
            <a:endParaRPr/>
          </a:p>
          <a:p>
            <a:pPr indent="-317500" lvl="0" marL="457200" rtl="0" algn="l">
              <a:lnSpc>
                <a:spcPct val="100000"/>
              </a:lnSpc>
              <a:spcBef>
                <a:spcPts val="0"/>
              </a:spcBef>
              <a:spcAft>
                <a:spcPts val="0"/>
              </a:spcAft>
              <a:buClr>
                <a:schemeClr val="dk1"/>
              </a:buClr>
              <a:buSzPts val="1400"/>
              <a:buChar char="-"/>
            </a:pPr>
            <a:r>
              <a:rPr lang="en-US"/>
              <a:t>save symbology</a:t>
            </a:r>
            <a:endParaRPr/>
          </a:p>
          <a:p>
            <a:pPr indent="0" lvl="0" marL="0" rtl="0" algn="l">
              <a:lnSpc>
                <a:spcPct val="100000"/>
              </a:lnSpc>
              <a:spcBef>
                <a:spcPts val="270"/>
              </a:spcBef>
              <a:spcAft>
                <a:spcPts val="0"/>
              </a:spcAft>
              <a:buSzPts val="1400"/>
              <a:buNone/>
            </a:pPr>
            <a:r>
              <a:t/>
            </a:r>
            <a:endParaRPr/>
          </a:p>
        </p:txBody>
      </p:sp>
      <p:sp>
        <p:nvSpPr>
          <p:cNvPr id="875" name="Google Shape;875;g152d8d3ad97_1_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152440a6e00_0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70"/>
              </a:spcBef>
              <a:spcAft>
                <a:spcPts val="0"/>
              </a:spcAft>
              <a:buSzPts val="1400"/>
              <a:buNone/>
            </a:pPr>
            <a:r>
              <a:rPr lang="en-US"/>
              <a:t>To view the attribute table you must enable the WFS setting in the QGIS Desktop Project</a:t>
            </a:r>
            <a:endParaRPr/>
          </a:p>
        </p:txBody>
      </p:sp>
      <p:sp>
        <p:nvSpPr>
          <p:cNvPr id="885" name="Google Shape;885;g152440a6e00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152d8d3ad97_1_1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70"/>
              </a:spcBef>
              <a:spcAft>
                <a:spcPts val="0"/>
              </a:spcAft>
              <a:buSzPts val="1400"/>
              <a:buNone/>
            </a:pPr>
            <a:r>
              <a:rPr lang="en-US"/>
              <a:t>See how layers where WFS has been enabled show as queryable and we could even enable editing.</a:t>
            </a:r>
            <a:endParaRPr/>
          </a:p>
        </p:txBody>
      </p:sp>
      <p:sp>
        <p:nvSpPr>
          <p:cNvPr id="892" name="Google Shape;892;g152d8d3ad97_1_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152d25a59bf_1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70"/>
              </a:spcBef>
              <a:spcAft>
                <a:spcPts val="0"/>
              </a:spcAft>
              <a:buSzPts val="1400"/>
              <a:buNone/>
            </a:pPr>
            <a:r>
              <a:rPr lang="en-US"/>
              <a:t>Let’s add a print template and see if WYSIWG between the Desktop and Web.</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rPr lang="en-US"/>
              <a:t>It’s not great.</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rPr lang="en-US"/>
              <a:t>So as we don’t see what’s expected we have to ‘break’ the template in the QGIS Desktop project so that it works better in the web view.</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Clr>
                <a:schemeClr val="dk1"/>
              </a:buClr>
              <a:buSzPts val="1100"/>
              <a:buFont typeface="Arial"/>
              <a:buNone/>
            </a:pPr>
            <a:r>
              <a:rPr lang="en-US"/>
              <a:t>It’s not perfect but is acceptable especially when compared to alternative platforms. </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rPr lang="en-US"/>
              <a:t>So in summary, it’s a very quick, no code way to get a QGIS project onto the web for people to see your data without sharing PDF’s or sending people the project and data.</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rPr lang="en-US"/>
              <a:t>There are other QGIS based web servers that allow editing, redlining and more control of the print templates etc but they all include some coding and more setup. So this is by far the most functional and quickest way of going from the desktop to the web.</a:t>
            </a:r>
            <a:endParaRPr/>
          </a:p>
        </p:txBody>
      </p:sp>
      <p:sp>
        <p:nvSpPr>
          <p:cNvPr id="903" name="Google Shape;903;g152d25a59bf_1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g152d8d3ad97_1_1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70"/>
              </a:spcBef>
              <a:spcAft>
                <a:spcPts val="0"/>
              </a:spcAft>
              <a:buSzPts val="1400"/>
              <a:buNone/>
            </a:pPr>
            <a:r>
              <a:rPr lang="en-US"/>
              <a:t>You can’t configure the print templates from here, they are just upload as per the desktop project.</a:t>
            </a:r>
            <a:endParaRPr/>
          </a:p>
        </p:txBody>
      </p:sp>
      <p:sp>
        <p:nvSpPr>
          <p:cNvPr id="911" name="Google Shape;911;g152d8d3ad97_1_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g15a9201c4b0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70"/>
              </a:spcBef>
              <a:spcAft>
                <a:spcPts val="0"/>
              </a:spcAft>
              <a:buSzPts val="1400"/>
              <a:buNone/>
            </a:pPr>
            <a:r>
              <a:rPr lang="en-US"/>
              <a:t>Open source teams can be very responsive if not more responsive than commercial product teams that have to go through lots of structure to make changes.</a:t>
            </a:r>
            <a:endParaRPr/>
          </a:p>
        </p:txBody>
      </p:sp>
      <p:sp>
        <p:nvSpPr>
          <p:cNvPr id="922" name="Google Shape;922;g15a9201c4b0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15a9201c4b0_0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70"/>
              </a:spcBef>
              <a:spcAft>
                <a:spcPts val="0"/>
              </a:spcAft>
              <a:buSzPts val="1400"/>
              <a:buNone/>
            </a:pPr>
            <a:r>
              <a:t/>
            </a:r>
            <a:endParaRPr/>
          </a:p>
        </p:txBody>
      </p:sp>
      <p:sp>
        <p:nvSpPr>
          <p:cNvPr id="930" name="Google Shape;930;g15a9201c4b0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15a9201c4b0_0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70"/>
              </a:spcBef>
              <a:spcAft>
                <a:spcPts val="0"/>
              </a:spcAft>
              <a:buSzPts val="1400"/>
              <a:buNone/>
            </a:pPr>
            <a:r>
              <a:rPr lang="en-US"/>
              <a:t>Collage of Web interface shots. Demo using</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rPr lang="en-US" u="sng">
                <a:solidFill>
                  <a:schemeClr val="hlink"/>
                </a:solidFill>
                <a:hlinkClick r:id="rId2"/>
              </a:rPr>
              <a:t>https://dev.gisquick.org/?PROJECT=mgmdata/FunGIS2022</a:t>
            </a:r>
            <a:r>
              <a:rPr lang="en-US"/>
              <a:t> </a:t>
            </a:r>
            <a:endParaRPr/>
          </a:p>
          <a:p>
            <a:pPr indent="0" lvl="0" marL="0" rtl="0" algn="l">
              <a:lnSpc>
                <a:spcPct val="100000"/>
              </a:lnSpc>
              <a:spcBef>
                <a:spcPts val="270"/>
              </a:spcBef>
              <a:spcAft>
                <a:spcPts val="0"/>
              </a:spcAft>
              <a:buSzPts val="1400"/>
              <a:buNone/>
            </a:pPr>
            <a:r>
              <a:rPr lang="en-US"/>
              <a:t>or</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rPr lang="en-US" u="sng">
                <a:solidFill>
                  <a:schemeClr val="hlink"/>
                </a:solidFill>
                <a:hlinkClick r:id="rId3"/>
              </a:rPr>
              <a:t>https://projects.gisquick.org/?PROJECT=georgecorea%2Fworkshop%2FWorkshop_Base</a:t>
            </a:r>
            <a:endParaRPr/>
          </a:p>
        </p:txBody>
      </p:sp>
      <p:sp>
        <p:nvSpPr>
          <p:cNvPr id="937" name="Google Shape;937;g15a9201c4b0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152440a6e00_0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70"/>
              </a:spcBef>
              <a:spcAft>
                <a:spcPts val="0"/>
              </a:spcAft>
              <a:buSzPts val="1400"/>
              <a:buNone/>
            </a:pPr>
            <a:r>
              <a:rPr lang="en-US"/>
              <a:t>The free system is limited by project size and usage but as with GISQuick it can be hosted on your own cloud linux system</a:t>
            </a:r>
            <a:endParaRPr/>
          </a:p>
        </p:txBody>
      </p:sp>
      <p:sp>
        <p:nvSpPr>
          <p:cNvPr id="945" name="Google Shape;945;g152440a6e00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g1582b2d5ce5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70"/>
              </a:spcBef>
              <a:spcAft>
                <a:spcPts val="0"/>
              </a:spcAft>
              <a:buSzPts val="1400"/>
              <a:buNone/>
            </a:pPr>
            <a:r>
              <a:rPr lang="en-US"/>
              <a:t>Max 50mb project on the test server from the company.</a:t>
            </a:r>
            <a:endParaRPr/>
          </a:p>
          <a:p>
            <a:pPr indent="0" lvl="0" marL="0" rtl="0" algn="l">
              <a:lnSpc>
                <a:spcPct val="100000"/>
              </a:lnSpc>
              <a:spcBef>
                <a:spcPts val="270"/>
              </a:spcBef>
              <a:spcAft>
                <a:spcPts val="0"/>
              </a:spcAft>
              <a:buSzPts val="1400"/>
              <a:buNone/>
            </a:pPr>
            <a:r>
              <a:rPr lang="en-US"/>
              <a:t>You can host your own if you get a linux server from AWS or similar</a:t>
            </a:r>
            <a:endParaRPr/>
          </a:p>
          <a:p>
            <a:pPr indent="0" lvl="0" marL="0" rtl="0" algn="l">
              <a:lnSpc>
                <a:spcPct val="100000"/>
              </a:lnSpc>
              <a:spcBef>
                <a:spcPts val="270"/>
              </a:spcBef>
              <a:spcAft>
                <a:spcPts val="0"/>
              </a:spcAft>
              <a:buSzPts val="1400"/>
              <a:buNone/>
            </a:pPr>
            <a:r>
              <a:rPr lang="en-US"/>
              <a:t>The screen grabs below are for their production system but the authors have given me access to a dev instance which will launch later this month so I am demoing in that.</a:t>
            </a:r>
            <a:endParaRPr/>
          </a:p>
        </p:txBody>
      </p:sp>
      <p:sp>
        <p:nvSpPr>
          <p:cNvPr id="963" name="Google Shape;963;g1582b2d5ce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152440a6e00_0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70"/>
              </a:spcBef>
              <a:spcAft>
                <a:spcPts val="0"/>
              </a:spcAft>
              <a:buSzPts val="1400"/>
              <a:buNone/>
            </a:pPr>
            <a:r>
              <a:rPr lang="en-US"/>
              <a:t>Download the QFieldCloud plugin from the normal QGIS plugin store</a:t>
            </a:r>
            <a:endParaRPr/>
          </a:p>
          <a:p>
            <a:pPr indent="0" lvl="0" marL="0" rtl="0" algn="l">
              <a:lnSpc>
                <a:spcPct val="100000"/>
              </a:lnSpc>
              <a:spcBef>
                <a:spcPts val="270"/>
              </a:spcBef>
              <a:spcAft>
                <a:spcPts val="0"/>
              </a:spcAft>
              <a:buSzPts val="1400"/>
              <a:buNone/>
            </a:pPr>
            <a:r>
              <a:rPr lang="en-US"/>
              <a:t>Login to the plugin in QGIS</a:t>
            </a:r>
            <a:endParaRPr/>
          </a:p>
          <a:p>
            <a:pPr indent="0" lvl="0" marL="0" rtl="0" algn="l">
              <a:lnSpc>
                <a:spcPct val="100000"/>
              </a:lnSpc>
              <a:spcBef>
                <a:spcPts val="270"/>
              </a:spcBef>
              <a:spcAft>
                <a:spcPts val="0"/>
              </a:spcAft>
              <a:buSzPts val="1400"/>
              <a:buNone/>
            </a:pPr>
            <a:r>
              <a:rPr lang="en-US"/>
              <a:t>Double click on the bee icon to put in your custom server or register an account</a:t>
            </a:r>
            <a:endParaRPr/>
          </a:p>
          <a:p>
            <a:pPr indent="0" lvl="0" marL="0" rtl="0" algn="l">
              <a:lnSpc>
                <a:spcPct val="100000"/>
              </a:lnSpc>
              <a:spcBef>
                <a:spcPts val="270"/>
              </a:spcBef>
              <a:spcAft>
                <a:spcPts val="0"/>
              </a:spcAft>
              <a:buSzPts val="1400"/>
              <a:buNone/>
            </a:pPr>
            <a:r>
              <a:rPr lang="en-US"/>
              <a:t>Data MUST be</a:t>
            </a:r>
            <a:endParaRPr/>
          </a:p>
          <a:p>
            <a:pPr indent="0" lvl="0" marL="0" rtl="0" algn="l">
              <a:lnSpc>
                <a:spcPct val="100000"/>
              </a:lnSpc>
              <a:spcBef>
                <a:spcPts val="270"/>
              </a:spcBef>
              <a:spcAft>
                <a:spcPts val="0"/>
              </a:spcAft>
              <a:buSzPts val="1400"/>
              <a:buNone/>
            </a:pPr>
            <a:r>
              <a:rPr lang="en-US"/>
              <a:t>– in same folder as project</a:t>
            </a:r>
            <a:endParaRPr/>
          </a:p>
          <a:p>
            <a:pPr indent="0" lvl="0" marL="0" rtl="0" algn="l">
              <a:lnSpc>
                <a:spcPct val="100000"/>
              </a:lnSpc>
              <a:spcBef>
                <a:spcPts val="270"/>
              </a:spcBef>
              <a:spcAft>
                <a:spcPts val="0"/>
              </a:spcAft>
              <a:buSzPts val="1400"/>
              <a:buNone/>
            </a:pPr>
            <a:r>
              <a:rPr lang="en-US"/>
              <a:t>– ideally in one projection</a:t>
            </a:r>
            <a:endParaRPr/>
          </a:p>
          <a:p>
            <a:pPr indent="0" lvl="0" marL="0" rtl="0" algn="l">
              <a:lnSpc>
                <a:spcPct val="100000"/>
              </a:lnSpc>
              <a:spcBef>
                <a:spcPts val="270"/>
              </a:spcBef>
              <a:spcAft>
                <a:spcPts val="0"/>
              </a:spcAft>
              <a:buSzPts val="1400"/>
              <a:buNone/>
            </a:pPr>
            <a:r>
              <a:rPr lang="en-US"/>
              <a:t>– ideally in gpkg</a:t>
            </a:r>
            <a:endParaRPr/>
          </a:p>
          <a:p>
            <a:pPr indent="0" lvl="0" marL="0" rtl="0" algn="l">
              <a:lnSpc>
                <a:spcPct val="100000"/>
              </a:lnSpc>
              <a:spcBef>
                <a:spcPts val="270"/>
              </a:spcBef>
              <a:spcAft>
                <a:spcPts val="0"/>
              </a:spcAft>
              <a:buSzPts val="1400"/>
              <a:buNone/>
            </a:pPr>
            <a:r>
              <a:rPr lang="en-US"/>
              <a:t>– project title must be set</a:t>
            </a:r>
            <a:endParaRPr/>
          </a:p>
          <a:p>
            <a:pPr indent="0" lvl="0" marL="0" rtl="0" algn="l">
              <a:lnSpc>
                <a:spcPct val="100000"/>
              </a:lnSpc>
              <a:spcBef>
                <a:spcPts val="270"/>
              </a:spcBef>
              <a:spcAft>
                <a:spcPts val="0"/>
              </a:spcAft>
              <a:buSzPts val="1400"/>
              <a:buNone/>
            </a:pPr>
            <a:r>
              <a:rPr lang="en-US"/>
              <a:t>(same as in GISQuick)</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rPr lang="en-US"/>
              <a:t>IMPORTANT - it has to create </a:t>
            </a:r>
            <a:r>
              <a:rPr lang="en-US"/>
              <a:t>its</a:t>
            </a:r>
            <a:r>
              <a:rPr lang="en-US"/>
              <a:t> own copy of your project. This should be in a </a:t>
            </a:r>
            <a:r>
              <a:rPr lang="en-US"/>
              <a:t>separate</a:t>
            </a:r>
            <a:r>
              <a:rPr lang="en-US"/>
              <a:t> folder to your main project and you should only use the new one to sync from this point on. Do not use the project that </a:t>
            </a:r>
            <a:r>
              <a:rPr lang="en-US"/>
              <a:t>you are currently in any longer.</a:t>
            </a:r>
            <a:endParaRPr/>
          </a:p>
        </p:txBody>
      </p:sp>
      <p:sp>
        <p:nvSpPr>
          <p:cNvPr id="970" name="Google Shape;970;g152440a6e00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152440a6e00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70"/>
              </a:spcBef>
              <a:spcAft>
                <a:spcPts val="0"/>
              </a:spcAft>
              <a:buSzPts val="1400"/>
              <a:buNone/>
            </a:pPr>
            <a:r>
              <a:rPr lang="en-US"/>
              <a:t>Before we go into editing data, let’s add some forms for data collection and also control what users can enter for QC and ease of data entry.</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rPr lang="en-US"/>
              <a:t>Back in QGIS Desktop copy the data_editable.gpkg and csv files from </a:t>
            </a:r>
            <a:r>
              <a:rPr lang="en-US"/>
              <a:t>FunGIS2022\Cheat_Files</a:t>
            </a:r>
            <a:r>
              <a:rPr lang="en-US"/>
              <a:t> to the project folder and drag the 3 files into QGIS</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rPr lang="en-US"/>
              <a:t>Let’s discuss the powerful forms feature to simplify data entry and improve QC.</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rPr lang="en-US"/>
              <a:t>We have forms to </a:t>
            </a:r>
            <a:endParaRPr/>
          </a:p>
          <a:p>
            <a:pPr indent="0" lvl="0" marL="0" rtl="0" algn="l">
              <a:lnSpc>
                <a:spcPct val="100000"/>
              </a:lnSpc>
              <a:spcBef>
                <a:spcPts val="270"/>
              </a:spcBef>
              <a:spcAft>
                <a:spcPts val="0"/>
              </a:spcAft>
              <a:buSzPts val="1400"/>
              <a:buNone/>
            </a:pPr>
            <a:r>
              <a:rPr lang="en-US"/>
              <a:t>-generate unique column id’s</a:t>
            </a:r>
            <a:endParaRPr/>
          </a:p>
          <a:p>
            <a:pPr indent="0" lvl="0" marL="0" rtl="0" algn="l">
              <a:lnSpc>
                <a:spcPct val="100000"/>
              </a:lnSpc>
              <a:spcBef>
                <a:spcPts val="270"/>
              </a:spcBef>
              <a:spcAft>
                <a:spcPts val="0"/>
              </a:spcAft>
              <a:buSzPts val="1400"/>
              <a:buNone/>
            </a:pPr>
            <a:r>
              <a:rPr lang="en-US"/>
              <a:t>-add photos</a:t>
            </a:r>
            <a:endParaRPr/>
          </a:p>
          <a:p>
            <a:pPr indent="0" lvl="0" marL="0" rtl="0" algn="l">
              <a:lnSpc>
                <a:spcPct val="100000"/>
              </a:lnSpc>
              <a:spcBef>
                <a:spcPts val="270"/>
              </a:spcBef>
              <a:spcAft>
                <a:spcPts val="0"/>
              </a:spcAft>
              <a:buSzPts val="1400"/>
              <a:buNone/>
            </a:pPr>
            <a:r>
              <a:rPr lang="en-US"/>
              <a:t>-create cascading lists</a:t>
            </a:r>
            <a:endParaRPr/>
          </a:p>
          <a:p>
            <a:pPr indent="0" lvl="0" marL="0" rtl="0" algn="l">
              <a:lnSpc>
                <a:spcPct val="100000"/>
              </a:lnSpc>
              <a:spcBef>
                <a:spcPts val="270"/>
              </a:spcBef>
              <a:spcAft>
                <a:spcPts val="0"/>
              </a:spcAft>
              <a:buSzPts val="1400"/>
              <a:buNone/>
            </a:pPr>
            <a:r>
              <a:rPr lang="en-US"/>
              <a:t>-add dates/times and user/device information</a:t>
            </a:r>
            <a:endParaRPr/>
          </a:p>
          <a:p>
            <a:pPr indent="0" lvl="0" marL="0" rtl="0" algn="l">
              <a:lnSpc>
                <a:spcPct val="100000"/>
              </a:lnSpc>
              <a:spcBef>
                <a:spcPts val="270"/>
              </a:spcBef>
              <a:spcAft>
                <a:spcPts val="0"/>
              </a:spcAft>
              <a:buSzPts val="1400"/>
              <a:buNone/>
            </a:pPr>
            <a:r>
              <a:rPr lang="en-US"/>
              <a:t> and add geometry attributes. </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rPr lang="en-US"/>
              <a:t>They also can </a:t>
            </a:r>
            <a:endParaRPr/>
          </a:p>
          <a:p>
            <a:pPr indent="0" lvl="0" marL="0" rtl="0" algn="l">
              <a:lnSpc>
                <a:spcPct val="100000"/>
              </a:lnSpc>
              <a:spcBef>
                <a:spcPts val="270"/>
              </a:spcBef>
              <a:spcAft>
                <a:spcPts val="0"/>
              </a:spcAft>
              <a:buSzPts val="1400"/>
              <a:buNone/>
            </a:pPr>
            <a:r>
              <a:rPr lang="en-US"/>
              <a:t>-read csv data</a:t>
            </a:r>
            <a:endParaRPr/>
          </a:p>
          <a:p>
            <a:pPr indent="0" lvl="0" marL="0" rtl="0" algn="l">
              <a:lnSpc>
                <a:spcPct val="100000"/>
              </a:lnSpc>
              <a:spcBef>
                <a:spcPts val="270"/>
              </a:spcBef>
              <a:spcAft>
                <a:spcPts val="0"/>
              </a:spcAft>
              <a:buSzPts val="1400"/>
              <a:buNone/>
            </a:pPr>
            <a:r>
              <a:rPr lang="en-US"/>
              <a:t>-update the entries based on previous entries.</a:t>
            </a:r>
            <a:endParaRPr/>
          </a:p>
        </p:txBody>
      </p:sp>
      <p:sp>
        <p:nvSpPr>
          <p:cNvPr id="984" name="Google Shape;984;g152440a6e00_0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152d8d3ad97_1_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70"/>
              </a:spcBef>
              <a:spcAft>
                <a:spcPts val="0"/>
              </a:spcAft>
              <a:buSzPts val="1400"/>
              <a:buNone/>
            </a:pPr>
            <a:r>
              <a:rPr lang="en-US"/>
              <a:t>You will now see the Cloud icon with arrows active.</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rPr lang="en-US"/>
              <a:t>Check settings in the Project properties, QFieldCloud options where you can also set an area of interest and a log layer.</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rPr lang="en-US"/>
              <a:t>Additionally you can pre-download imagery for use while offline.</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rPr lang="en-US"/>
              <a:t>The AOI setting maybe useful if your data is of a large area and your team is only working in a small area so that older phones have less data to deal with. </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rPr lang="en-US"/>
              <a:t>The Action for most layers should just be copy and offline editing just for the data you want people to edit.</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rPr lang="en-US"/>
              <a:t>There’s lots of functionality hidden in here which we can’t cover in this workshop but….</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t/>
            </a:r>
            <a:endParaRPr/>
          </a:p>
        </p:txBody>
      </p:sp>
      <p:sp>
        <p:nvSpPr>
          <p:cNvPr id="999" name="Google Shape;999;g152d8d3ad97_1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g152d8d3ad97_1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70"/>
              </a:spcBef>
              <a:spcAft>
                <a:spcPts val="0"/>
              </a:spcAft>
              <a:buSzPts val="1400"/>
              <a:buNone/>
            </a:pPr>
            <a:r>
              <a:rPr lang="en-US"/>
              <a:t>For Spatial Olympics 2023 the project is called - </a:t>
            </a:r>
            <a:r>
              <a:rPr lang="en-US" sz="1200">
                <a:solidFill>
                  <a:srgbClr val="1F2328"/>
                </a:solidFill>
                <a:highlight>
                  <a:srgbClr val="FFFFFF"/>
                </a:highlight>
              </a:rPr>
              <a:t>FungisSpatailOlympics2023</a:t>
            </a:r>
            <a:endParaRPr sz="1200">
              <a:solidFill>
                <a:srgbClr val="1F2328"/>
              </a:solidFill>
              <a:highlight>
                <a:srgbClr val="FFFFFF"/>
              </a:highlight>
            </a:endParaRPr>
          </a:p>
          <a:p>
            <a:pPr indent="0" lvl="0" marL="0" rtl="0" algn="l">
              <a:spcBef>
                <a:spcPts val="270"/>
              </a:spcBef>
              <a:spcAft>
                <a:spcPts val="0"/>
              </a:spcAft>
              <a:buSzPts val="1400"/>
              <a:buNone/>
            </a:pPr>
            <a:r>
              <a:rPr lang="en-US"/>
              <a:t>lt is shared by user </a:t>
            </a:r>
            <a:r>
              <a:rPr lang="en-US" sz="1200">
                <a:solidFill>
                  <a:srgbClr val="1F2328"/>
                </a:solidFill>
                <a:highlight>
                  <a:srgbClr val="FFFFFF"/>
                </a:highlight>
              </a:rPr>
              <a:t> FunGISFNQ</a:t>
            </a:r>
            <a:endParaRPr sz="1200">
              <a:solidFill>
                <a:srgbClr val="1F2328"/>
              </a:solidFill>
              <a:highlight>
                <a:srgbClr val="FFFFFF"/>
              </a:highlight>
            </a:endParaRPr>
          </a:p>
          <a:p>
            <a:pPr indent="0" lvl="0" marL="0" rtl="0" algn="l">
              <a:spcBef>
                <a:spcPts val="270"/>
              </a:spcBef>
              <a:spcAft>
                <a:spcPts val="0"/>
              </a:spcAft>
              <a:buClr>
                <a:schemeClr val="dk1"/>
              </a:buClr>
              <a:buSzPts val="1400"/>
              <a:buFont typeface="Arial"/>
              <a:buNone/>
            </a:pPr>
            <a:r>
              <a:rPr lang="en-US" sz="1200" u="sng">
                <a:solidFill>
                  <a:schemeClr val="hlink"/>
                </a:solidFill>
                <a:highlight>
                  <a:srgbClr val="FFFFFF"/>
                </a:highlight>
                <a:hlinkClick r:id="rId2"/>
              </a:rPr>
              <a:t>https://app.qfield.cloud/a/fungisfnq/FungisSpatailOlympics2023/collaborators</a:t>
            </a:r>
            <a:r>
              <a:rPr lang="en-US" sz="1200">
                <a:solidFill>
                  <a:srgbClr val="1F2328"/>
                </a:solidFill>
                <a:highlight>
                  <a:srgbClr val="FFFFFF"/>
                </a:highlight>
              </a:rPr>
              <a:t> </a:t>
            </a:r>
            <a:endParaRPr sz="1200">
              <a:solidFill>
                <a:srgbClr val="1F2328"/>
              </a:solidFill>
              <a:highlight>
                <a:srgbClr val="FFFFFF"/>
              </a:highlight>
            </a:endParaRPr>
          </a:p>
        </p:txBody>
      </p:sp>
      <p:sp>
        <p:nvSpPr>
          <p:cNvPr id="1007" name="Google Shape;1007;g152d8d3ad97_1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152d8d3ad97_1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70"/>
              </a:spcBef>
              <a:spcAft>
                <a:spcPts val="0"/>
              </a:spcAft>
              <a:buSzPts val="1400"/>
              <a:buNone/>
            </a:pPr>
            <a:r>
              <a:rPr lang="en-US"/>
              <a:t>Map View is the main screen you will see.</a:t>
            </a:r>
            <a:endParaRPr/>
          </a:p>
          <a:p>
            <a:pPr indent="0" lvl="0" marL="0" rtl="0" algn="l">
              <a:lnSpc>
                <a:spcPct val="100000"/>
              </a:lnSpc>
              <a:spcBef>
                <a:spcPts val="270"/>
              </a:spcBef>
              <a:spcAft>
                <a:spcPts val="0"/>
              </a:spcAft>
              <a:buSzPts val="1400"/>
              <a:buNone/>
            </a:pPr>
            <a:r>
              <a:rPr lang="en-US"/>
              <a:t>The 3 bars on the left allow you to access the </a:t>
            </a:r>
            <a:r>
              <a:rPr lang="en-US" u="sng">
                <a:solidFill>
                  <a:schemeClr val="hlink"/>
                </a:solidFill>
                <a:hlinkClick r:id="rId2"/>
              </a:rPr>
              <a:t>Layers</a:t>
            </a:r>
            <a:r>
              <a:rPr lang="en-US"/>
              <a:t>, </a:t>
            </a:r>
            <a:r>
              <a:rPr lang="en-US" u="sng">
                <a:solidFill>
                  <a:schemeClr val="hlink"/>
                </a:solidFill>
                <a:hlinkClick r:id="rId3"/>
              </a:rPr>
              <a:t>Measure </a:t>
            </a:r>
            <a:r>
              <a:rPr lang="en-US"/>
              <a:t>and </a:t>
            </a:r>
            <a:r>
              <a:rPr lang="en-US" u="sng">
                <a:solidFill>
                  <a:schemeClr val="hlink"/>
                </a:solidFill>
                <a:hlinkClick r:id="rId4"/>
              </a:rPr>
              <a:t>Print</a:t>
            </a:r>
            <a:r>
              <a:rPr lang="en-US"/>
              <a:t> functionality</a:t>
            </a:r>
            <a:endParaRPr/>
          </a:p>
          <a:p>
            <a:pPr indent="0" lvl="0" marL="0" rtl="0" algn="l">
              <a:lnSpc>
                <a:spcPct val="100000"/>
              </a:lnSpc>
              <a:spcBef>
                <a:spcPts val="270"/>
              </a:spcBef>
              <a:spcAft>
                <a:spcPts val="0"/>
              </a:spcAft>
              <a:buSzPts val="1400"/>
              <a:buNone/>
            </a:pPr>
            <a:r>
              <a:rPr lang="en-US"/>
              <a:t>The Magnifying glass on the right allow you to </a:t>
            </a:r>
            <a:r>
              <a:rPr lang="en-US" u="sng">
                <a:solidFill>
                  <a:schemeClr val="hlink"/>
                </a:solidFill>
                <a:hlinkClick r:id="rId5"/>
              </a:rPr>
              <a:t>search</a:t>
            </a:r>
            <a:r>
              <a:rPr lang="en-US"/>
              <a:t> and view the attribute table.</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rPr lang="en-US"/>
              <a:t>See </a:t>
            </a:r>
            <a:r>
              <a:rPr lang="en-US" u="sng">
                <a:solidFill>
                  <a:schemeClr val="hlink"/>
                </a:solidFill>
                <a:hlinkClick r:id="rId6"/>
              </a:rPr>
              <a:t>https://docs.qfield.org/get-started/</a:t>
            </a:r>
            <a:r>
              <a:rPr lang="en-US"/>
              <a:t> </a:t>
            </a:r>
            <a:endParaRPr/>
          </a:p>
        </p:txBody>
      </p:sp>
      <p:sp>
        <p:nvSpPr>
          <p:cNvPr id="1021" name="Google Shape;1021;g152d8d3ad97_1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152d8d3ad97_1_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70"/>
              </a:spcBef>
              <a:spcAft>
                <a:spcPts val="0"/>
              </a:spcAft>
              <a:buSzPts val="1400"/>
              <a:buNone/>
            </a:pPr>
            <a:r>
              <a:rPr lang="en-US"/>
              <a:t>Click on the Blue cloud icon and then a method of synchronization. Once we make edits, the number of unsynced changes will show in the cloud icon.</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rPr lang="en-US"/>
              <a:t>Once this completes you will see the new data and any other changes in the project.</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rPr lang="en-US"/>
              <a:t>Under settings you can set it to use an external GPS, camera and variables for each user and as with everything QGIS the options are limitless.</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t/>
            </a:r>
            <a:endParaRPr/>
          </a:p>
        </p:txBody>
      </p:sp>
      <p:sp>
        <p:nvSpPr>
          <p:cNvPr id="1036" name="Google Shape;1036;g152d8d3ad97_1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g152d8d3ad97_1_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70"/>
              </a:spcBef>
              <a:spcAft>
                <a:spcPts val="0"/>
              </a:spcAft>
              <a:buSzPts val="1400"/>
              <a:buNone/>
            </a:pPr>
            <a:r>
              <a:rPr lang="en-US"/>
              <a:t>The above are extracts from our training manuals</a:t>
            </a:r>
            <a:endParaRPr/>
          </a:p>
          <a:p>
            <a:pPr indent="0" lvl="0" marL="0" rtl="0" algn="l">
              <a:lnSpc>
                <a:spcPct val="100000"/>
              </a:lnSpc>
              <a:spcBef>
                <a:spcPts val="270"/>
              </a:spcBef>
              <a:spcAft>
                <a:spcPts val="0"/>
              </a:spcAft>
              <a:buSzPts val="1400"/>
              <a:buNone/>
            </a:pPr>
            <a:r>
              <a:t/>
            </a:r>
            <a:endParaRPr/>
          </a:p>
        </p:txBody>
      </p:sp>
      <p:sp>
        <p:nvSpPr>
          <p:cNvPr id="1047" name="Google Shape;1047;g152d8d3ad97_1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1582b2d5ce5_0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70"/>
              </a:spcBef>
              <a:spcAft>
                <a:spcPts val="0"/>
              </a:spcAft>
              <a:buClr>
                <a:schemeClr val="dk1"/>
              </a:buClr>
              <a:buSzPts val="1100"/>
              <a:buFont typeface="Arial"/>
              <a:buNone/>
            </a:pPr>
            <a:r>
              <a:rPr lang="en-US"/>
              <a:t>You can </a:t>
            </a:r>
            <a:r>
              <a:rPr lang="en-US"/>
              <a:t>track</a:t>
            </a:r>
            <a:r>
              <a:rPr lang="en-US"/>
              <a:t> your location into a line dataset and also go back and edit records. If properly setup it will maintain the unique id but update the data last edited (but not date created).</a:t>
            </a:r>
            <a:endParaRPr/>
          </a:p>
          <a:p>
            <a:pPr indent="0" lvl="0" marL="0" rtl="0" algn="l">
              <a:lnSpc>
                <a:spcPct val="100000"/>
              </a:lnSpc>
              <a:spcBef>
                <a:spcPts val="270"/>
              </a:spcBef>
              <a:spcAft>
                <a:spcPts val="0"/>
              </a:spcAft>
              <a:buClr>
                <a:schemeClr val="dk1"/>
              </a:buClr>
              <a:buSzPts val="1100"/>
              <a:buFont typeface="Arial"/>
              <a:buNone/>
            </a:pPr>
            <a:r>
              <a:t/>
            </a:r>
            <a:endParaRPr/>
          </a:p>
          <a:p>
            <a:pPr indent="0" lvl="0" marL="0" rtl="0" algn="l">
              <a:lnSpc>
                <a:spcPct val="100000"/>
              </a:lnSpc>
              <a:spcBef>
                <a:spcPts val="270"/>
              </a:spcBef>
              <a:spcAft>
                <a:spcPts val="0"/>
              </a:spcAft>
              <a:buClr>
                <a:schemeClr val="dk1"/>
              </a:buClr>
              <a:buSzPts val="1100"/>
              <a:buFont typeface="Arial"/>
              <a:buNone/>
            </a:pPr>
            <a:r>
              <a:rPr lang="en-US"/>
              <a:t>Once done you will see the cloud icon shows the number of changes you made. Click on it and then choose Push Changes as per the prompts.</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t/>
            </a:r>
            <a:endParaRPr/>
          </a:p>
        </p:txBody>
      </p:sp>
      <p:sp>
        <p:nvSpPr>
          <p:cNvPr id="1055" name="Google Shape;1055;g1582b2d5ce5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152d8d3ad97_1_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70"/>
              </a:spcBef>
              <a:spcAft>
                <a:spcPts val="0"/>
              </a:spcAft>
              <a:buClr>
                <a:schemeClr val="dk1"/>
              </a:buClr>
              <a:buSzPts val="1100"/>
              <a:buFont typeface="Arial"/>
              <a:buNone/>
            </a:pPr>
            <a:r>
              <a:rPr lang="en-US"/>
              <a:t>Back in desktop click on the up/down arrow cloud and then it will show you what has changed and you can choose to sync.</a:t>
            </a:r>
            <a:endParaRPr/>
          </a:p>
          <a:p>
            <a:pPr indent="0" lvl="0" marL="0" rtl="0" algn="l">
              <a:lnSpc>
                <a:spcPct val="100000"/>
              </a:lnSpc>
              <a:spcBef>
                <a:spcPts val="270"/>
              </a:spcBef>
              <a:spcAft>
                <a:spcPts val="0"/>
              </a:spcAft>
              <a:buClr>
                <a:schemeClr val="dk1"/>
              </a:buClr>
              <a:buSzPts val="1100"/>
              <a:buFont typeface="Arial"/>
              <a:buNone/>
            </a:pPr>
            <a:r>
              <a:t/>
            </a:r>
            <a:endParaRPr/>
          </a:p>
          <a:p>
            <a:pPr indent="0" lvl="0" marL="0" rtl="0" algn="l">
              <a:lnSpc>
                <a:spcPct val="100000"/>
              </a:lnSpc>
              <a:spcBef>
                <a:spcPts val="270"/>
              </a:spcBef>
              <a:spcAft>
                <a:spcPts val="0"/>
              </a:spcAft>
              <a:buClr>
                <a:schemeClr val="dk1"/>
              </a:buClr>
              <a:buSzPts val="1100"/>
              <a:buFont typeface="Arial"/>
              <a:buNone/>
            </a:pPr>
            <a:r>
              <a:rPr lang="en-US"/>
              <a:t>IF there is an error - just DELETE the </a:t>
            </a:r>
            <a:r>
              <a:rPr lang="en-US"/>
              <a:t>desktop</a:t>
            </a:r>
            <a:r>
              <a:rPr lang="en-US"/>
              <a:t>.ini files that may get autogenerated before you run the sync.</a:t>
            </a:r>
            <a:endParaRPr/>
          </a:p>
          <a:p>
            <a:pPr indent="0" lvl="0" marL="0" rtl="0" algn="l">
              <a:lnSpc>
                <a:spcPct val="100000"/>
              </a:lnSpc>
              <a:spcBef>
                <a:spcPts val="270"/>
              </a:spcBef>
              <a:spcAft>
                <a:spcPts val="0"/>
              </a:spcAft>
              <a:buClr>
                <a:schemeClr val="dk1"/>
              </a:buClr>
              <a:buSzPts val="1100"/>
              <a:buFont typeface="Arial"/>
              <a:buNone/>
            </a:pPr>
            <a:r>
              <a:t/>
            </a:r>
            <a:endParaRPr/>
          </a:p>
          <a:p>
            <a:pPr indent="0" lvl="0" marL="0" rtl="0" algn="l">
              <a:lnSpc>
                <a:spcPct val="100000"/>
              </a:lnSpc>
              <a:spcBef>
                <a:spcPts val="270"/>
              </a:spcBef>
              <a:spcAft>
                <a:spcPts val="0"/>
              </a:spcAft>
              <a:buClr>
                <a:schemeClr val="dk1"/>
              </a:buClr>
              <a:buSzPts val="1100"/>
              <a:buFont typeface="Arial"/>
              <a:buNone/>
            </a:pPr>
            <a:r>
              <a:rPr lang="en-US"/>
              <a:t>Once complete you should see the new data. If not please close and reopen QGIS/the project.</a:t>
            </a:r>
            <a:endParaRPr/>
          </a:p>
          <a:p>
            <a:pPr indent="0" lvl="0" marL="0" rtl="0" algn="l">
              <a:lnSpc>
                <a:spcPct val="100000"/>
              </a:lnSpc>
              <a:spcBef>
                <a:spcPts val="270"/>
              </a:spcBef>
              <a:spcAft>
                <a:spcPts val="0"/>
              </a:spcAft>
              <a:buClr>
                <a:schemeClr val="dk1"/>
              </a:buClr>
              <a:buSzPts val="1100"/>
              <a:buFont typeface="Arial"/>
              <a:buNone/>
            </a:pPr>
            <a:r>
              <a:t/>
            </a:r>
            <a:endParaRPr/>
          </a:p>
          <a:p>
            <a:pPr indent="0" lvl="0" marL="0" rtl="0" algn="l">
              <a:lnSpc>
                <a:spcPct val="100000"/>
              </a:lnSpc>
              <a:spcBef>
                <a:spcPts val="270"/>
              </a:spcBef>
              <a:spcAft>
                <a:spcPts val="0"/>
              </a:spcAft>
              <a:buClr>
                <a:schemeClr val="dk1"/>
              </a:buClr>
              <a:buSzPts val="1100"/>
              <a:buFont typeface="Arial"/>
              <a:buNone/>
            </a:pPr>
            <a:r>
              <a:rPr lang="en-US"/>
              <a:t>If there aren’t any changes it will tell you.</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t/>
            </a:r>
            <a:endParaRPr/>
          </a:p>
        </p:txBody>
      </p:sp>
      <p:sp>
        <p:nvSpPr>
          <p:cNvPr id="1065" name="Google Shape;1065;g152d8d3ad97_1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152d8d3ad97_1_1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70"/>
              </a:spcBef>
              <a:spcAft>
                <a:spcPts val="0"/>
              </a:spcAft>
              <a:buSzPts val="1400"/>
              <a:buNone/>
            </a:pPr>
            <a:r>
              <a:rPr lang="en-US"/>
              <a:t>Go to https://app.qfield.cloud/a/mgmdata/FunGIS_Web_and_Mobile_QGIS_Workshop/</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rPr lang="en-US"/>
              <a:t>We won’t go into detail in this workshop but our admin training goes into how to check changes, add collaborators and maintain the online project - potentially for FREE if you have a server.</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rPr lang="en-US"/>
              <a:t>Basically we have gone from a desktop to a mobile solution for data review and editing offline without any coding. We could simply upload this to GISQuick and have a full cycle from Desktop to Mobile to Web and back again. All you need is time to learn or short cut it by doing some training.</a:t>
            </a:r>
            <a:endParaRPr/>
          </a:p>
          <a:p>
            <a:pPr indent="0" lvl="0" marL="0" rtl="0" algn="l">
              <a:lnSpc>
                <a:spcPct val="100000"/>
              </a:lnSpc>
              <a:spcBef>
                <a:spcPts val="270"/>
              </a:spcBef>
              <a:spcAft>
                <a:spcPts val="0"/>
              </a:spcAft>
              <a:buSzPts val="1400"/>
              <a:buNone/>
            </a:pPr>
            <a:r>
              <a:t/>
            </a:r>
            <a:endParaRPr/>
          </a:p>
        </p:txBody>
      </p:sp>
      <p:sp>
        <p:nvSpPr>
          <p:cNvPr id="1076" name="Google Shape;1076;g152d8d3ad97_1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15a9201c4b0_0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70"/>
              </a:spcBef>
              <a:spcAft>
                <a:spcPts val="0"/>
              </a:spcAft>
              <a:buSzPts val="1400"/>
              <a:buNone/>
            </a:pPr>
            <a:r>
              <a:rPr lang="en-US"/>
              <a:t>There was a question yesterday about Topological Editing - I was thinking “hmm must post on the forums or maybe create a python script to do this check” but then I looked at the docs and...MAGIC! haven’t tried it but added this slide and learnt there’s Atlas printing in a mobile app. Even some commercial desktop GIS don’t have this.</a:t>
            </a:r>
            <a:endParaRPr/>
          </a:p>
          <a:p>
            <a:pPr indent="0" lvl="0" marL="0" rtl="0" algn="l">
              <a:lnSpc>
                <a:spcPct val="100000"/>
              </a:lnSpc>
              <a:spcBef>
                <a:spcPts val="270"/>
              </a:spcBef>
              <a:spcAft>
                <a:spcPts val="0"/>
              </a:spcAft>
              <a:buSzPts val="1400"/>
              <a:buNone/>
            </a:pPr>
            <a:r>
              <a:t/>
            </a:r>
            <a:endParaRPr/>
          </a:p>
        </p:txBody>
      </p:sp>
      <p:sp>
        <p:nvSpPr>
          <p:cNvPr id="1084" name="Google Shape;1084;g15a9201c4b0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g1534ab53594_0_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70"/>
              </a:spcBef>
              <a:spcAft>
                <a:spcPts val="0"/>
              </a:spcAft>
              <a:buSzPts val="1400"/>
              <a:buNone/>
            </a:pPr>
            <a:r>
              <a:rPr lang="en-US"/>
              <a:t>Lessons Learned from Spatial Olympics</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rPr lang="en-US"/>
              <a:t>for GID use a combination of deviceid (or device user name) and the day and time to seconds</a:t>
            </a:r>
            <a:endParaRPr/>
          </a:p>
          <a:p>
            <a:pPr indent="0" lvl="0" marL="0" rtl="0" algn="l">
              <a:lnSpc>
                <a:spcPct val="100000"/>
              </a:lnSpc>
              <a:spcBef>
                <a:spcPts val="270"/>
              </a:spcBef>
              <a:spcAft>
                <a:spcPts val="0"/>
              </a:spcAft>
              <a:buSzPts val="1400"/>
              <a:buNone/>
            </a:pPr>
            <a:r>
              <a:t/>
            </a:r>
            <a:endParaRPr/>
          </a:p>
        </p:txBody>
      </p:sp>
      <p:sp>
        <p:nvSpPr>
          <p:cNvPr id="1094" name="Google Shape;1094;g1534ab53594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70"/>
              </a:spcBef>
              <a:spcAft>
                <a:spcPts val="0"/>
              </a:spcAft>
              <a:buClr>
                <a:schemeClr val="dk1"/>
              </a:buClr>
              <a:buSzPts val="1100"/>
              <a:buFont typeface="Arial"/>
              <a:buNone/>
            </a:pPr>
            <a:r>
              <a:rPr lang="en-US"/>
              <a:t>Basically we have gone from a desktop to a mobile solution for data review and editing offline without any coding. We could simply upload this to GISQuick and have a full cycle from Desktop to Mobile to Web and back again. As a plug we have both user and advanced training in this tech stack.</a:t>
            </a:r>
            <a:endParaRPr/>
          </a:p>
        </p:txBody>
      </p:sp>
      <p:sp>
        <p:nvSpPr>
          <p:cNvPr id="1101" name="Google Shape;110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152d8d3ad97_1_1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70"/>
              </a:spcBef>
              <a:spcAft>
                <a:spcPts val="0"/>
              </a:spcAft>
              <a:buSzPts val="1400"/>
              <a:buNone/>
            </a:pPr>
            <a:r>
              <a:rPr lang="en-US"/>
              <a:t>For a more rich web interface that allows you to Redline and edit data there is also QGIS Web Client 2 and G3W which allows complete configuration within the cloud and access to postGIS data for a complete web based, almost Desktop like experience with UAC.</a:t>
            </a:r>
            <a:endParaRPr/>
          </a:p>
          <a:p>
            <a:pPr indent="0" lvl="0" marL="0" rtl="0" algn="l">
              <a:lnSpc>
                <a:spcPct val="100000"/>
              </a:lnSpc>
              <a:spcBef>
                <a:spcPts val="270"/>
              </a:spcBef>
              <a:spcAft>
                <a:spcPts val="0"/>
              </a:spcAft>
              <a:buSzPts val="1400"/>
              <a:buNone/>
            </a:pPr>
            <a:r>
              <a:t/>
            </a:r>
            <a:endParaRPr/>
          </a:p>
          <a:p>
            <a:pPr indent="0" lvl="0" marL="0" rtl="0" algn="l">
              <a:lnSpc>
                <a:spcPct val="100000"/>
              </a:lnSpc>
              <a:spcBef>
                <a:spcPts val="270"/>
              </a:spcBef>
              <a:spcAft>
                <a:spcPts val="0"/>
              </a:spcAft>
              <a:buSzPts val="1400"/>
              <a:buNone/>
            </a:pPr>
            <a:r>
              <a:t/>
            </a:r>
            <a:endParaRPr/>
          </a:p>
        </p:txBody>
      </p:sp>
      <p:sp>
        <p:nvSpPr>
          <p:cNvPr id="1106" name="Google Shape;1106;g152d8d3ad97_1_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5"/>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45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7" name="Google Shape;17;p25"/>
          <p:cNvSpPr txBox="1"/>
          <p:nvPr>
            <p:ph idx="1" type="subTitle"/>
          </p:nvPr>
        </p:nvSpPr>
        <p:spPr>
          <a:xfrm>
            <a:off x="1143000" y="2701528"/>
            <a:ext cx="6858000" cy="1241822"/>
          </a:xfrm>
          <a:prstGeom prst="rect">
            <a:avLst/>
          </a:prstGeom>
          <a:noFill/>
          <a:ln>
            <a:noFill/>
          </a:ln>
        </p:spPr>
        <p:txBody>
          <a:bodyPr anchorCtr="0" anchor="t" bIns="45700" lIns="91425" spcFirstLastPara="1" rIns="91425" wrap="square" tIns="45700">
            <a:no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8" name="Google Shape;18;p25"/>
          <p:cNvSpPr txBox="1"/>
          <p:nvPr>
            <p:ph idx="10" type="dt"/>
          </p:nvPr>
        </p:nvSpPr>
        <p:spPr>
          <a:xfrm>
            <a:off x="628650" y="4767263"/>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5"/>
          <p:cNvSpPr txBox="1"/>
          <p:nvPr>
            <p:ph idx="11" type="ftr"/>
          </p:nvPr>
        </p:nvSpPr>
        <p:spPr>
          <a:xfrm>
            <a:off x="3028950" y="4767263"/>
            <a:ext cx="3086100" cy="2746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5"/>
          <p:cNvSpPr txBox="1"/>
          <p:nvPr>
            <p:ph idx="12" type="sldNum"/>
          </p:nvPr>
        </p:nvSpPr>
        <p:spPr>
          <a:xfrm>
            <a:off x="6457950" y="4767263"/>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6"/>
          <p:cNvSpPr txBox="1"/>
          <p:nvPr>
            <p:ph type="title"/>
          </p:nvPr>
        </p:nvSpPr>
        <p:spPr>
          <a:xfrm>
            <a:off x="628650" y="274638"/>
            <a:ext cx="7886700" cy="9937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3" name="Google Shape;23;p26"/>
          <p:cNvSpPr txBox="1"/>
          <p:nvPr>
            <p:ph idx="1" type="body"/>
          </p:nvPr>
        </p:nvSpPr>
        <p:spPr>
          <a:xfrm>
            <a:off x="628650" y="1370013"/>
            <a:ext cx="7886700" cy="3262312"/>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4" name="Google Shape;24;p26"/>
          <p:cNvSpPr txBox="1"/>
          <p:nvPr>
            <p:ph idx="10" type="dt"/>
          </p:nvPr>
        </p:nvSpPr>
        <p:spPr>
          <a:xfrm>
            <a:off x="628650" y="4767263"/>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6"/>
          <p:cNvSpPr txBox="1"/>
          <p:nvPr>
            <p:ph idx="11" type="ftr"/>
          </p:nvPr>
        </p:nvSpPr>
        <p:spPr>
          <a:xfrm>
            <a:off x="3028950" y="4767263"/>
            <a:ext cx="3086100" cy="2746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6"/>
          <p:cNvSpPr txBox="1"/>
          <p:nvPr>
            <p:ph idx="12" type="sldNum"/>
          </p:nvPr>
        </p:nvSpPr>
        <p:spPr>
          <a:xfrm>
            <a:off x="6457950" y="4767263"/>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ubtitle Only">
  <p:cSld name="1_Title Subtitle Only">
    <p:spTree>
      <p:nvGrpSpPr>
        <p:cNvPr id="27" name="Shape 27"/>
        <p:cNvGrpSpPr/>
        <p:nvPr/>
      </p:nvGrpSpPr>
      <p:grpSpPr>
        <a:xfrm>
          <a:off x="0" y="0"/>
          <a:ext cx="0" cy="0"/>
          <a:chOff x="0" y="0"/>
          <a:chExt cx="0" cy="0"/>
        </a:xfrm>
      </p:grpSpPr>
      <p:sp>
        <p:nvSpPr>
          <p:cNvPr id="28" name="Google Shape;28;p29"/>
          <p:cNvSpPr txBox="1"/>
          <p:nvPr>
            <p:ph type="title"/>
          </p:nvPr>
        </p:nvSpPr>
        <p:spPr>
          <a:xfrm>
            <a:off x="628650" y="274638"/>
            <a:ext cx="7886700" cy="9937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9" name="Google Shape;29;p29"/>
          <p:cNvSpPr txBox="1"/>
          <p:nvPr>
            <p:ph idx="1" type="body"/>
          </p:nvPr>
        </p:nvSpPr>
        <p:spPr>
          <a:xfrm>
            <a:off x="685800" y="700088"/>
            <a:ext cx="7772400" cy="304800"/>
          </a:xfrm>
          <a:prstGeom prst="rect">
            <a:avLst/>
          </a:prstGeom>
          <a:noFill/>
          <a:ln>
            <a:noFill/>
          </a:ln>
        </p:spPr>
        <p:txBody>
          <a:bodyPr anchorCtr="0" anchor="t" bIns="45700" lIns="91425" spcFirstLastPara="1" rIns="91425" wrap="square" tIns="45700">
            <a:normAutofit/>
          </a:bodyPr>
          <a:lstStyle>
            <a:lvl1pPr indent="-228600" lvl="0" marL="457200" algn="ctr">
              <a:lnSpc>
                <a:spcPct val="86000"/>
              </a:lnSpc>
              <a:spcBef>
                <a:spcPts val="0"/>
              </a:spcBef>
              <a:spcAft>
                <a:spcPts val="0"/>
              </a:spcAft>
              <a:buClr>
                <a:schemeClr val="dk1"/>
              </a:buClr>
              <a:buSzPts val="1013"/>
              <a:buNone/>
              <a:defRPr sz="1013"/>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 name="Shape 30"/>
        <p:cNvGrpSpPr/>
        <p:nvPr/>
      </p:nvGrpSpPr>
      <p:grpSpPr>
        <a:xfrm>
          <a:off x="0" y="0"/>
          <a:ext cx="0" cy="0"/>
          <a:chOff x="0" y="0"/>
          <a:chExt cx="0" cy="0"/>
        </a:xfrm>
      </p:grpSpPr>
      <p:sp>
        <p:nvSpPr>
          <p:cNvPr id="31" name="Google Shape;31;p35"/>
          <p:cNvSpPr txBox="1"/>
          <p:nvPr>
            <p:ph idx="10" type="dt"/>
          </p:nvPr>
        </p:nvSpPr>
        <p:spPr>
          <a:xfrm>
            <a:off x="628650" y="4767263"/>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5"/>
          <p:cNvSpPr txBox="1"/>
          <p:nvPr>
            <p:ph idx="11" type="ftr"/>
          </p:nvPr>
        </p:nvSpPr>
        <p:spPr>
          <a:xfrm>
            <a:off x="3028950" y="4767263"/>
            <a:ext cx="3086100" cy="2746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5"/>
          <p:cNvSpPr txBox="1"/>
          <p:nvPr>
            <p:ph idx="12" type="sldNum"/>
          </p:nvPr>
        </p:nvSpPr>
        <p:spPr>
          <a:xfrm>
            <a:off x="6457950" y="4767263"/>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36"/>
          <p:cNvSpPr txBox="1"/>
          <p:nvPr>
            <p:ph type="title"/>
          </p:nvPr>
        </p:nvSpPr>
        <p:spPr>
          <a:xfrm>
            <a:off x="623888" y="1282304"/>
            <a:ext cx="7886700" cy="2139553"/>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45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6" name="Google Shape;36;p36"/>
          <p:cNvSpPr txBox="1"/>
          <p:nvPr>
            <p:ph idx="1" type="body"/>
          </p:nvPr>
        </p:nvSpPr>
        <p:spPr>
          <a:xfrm>
            <a:off x="623888" y="3442098"/>
            <a:ext cx="7886700" cy="112514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37" name="Google Shape;37;p36"/>
          <p:cNvSpPr txBox="1"/>
          <p:nvPr>
            <p:ph idx="10" type="dt"/>
          </p:nvPr>
        </p:nvSpPr>
        <p:spPr>
          <a:xfrm>
            <a:off x="628650" y="4767263"/>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6"/>
          <p:cNvSpPr txBox="1"/>
          <p:nvPr>
            <p:ph idx="11" type="ftr"/>
          </p:nvPr>
        </p:nvSpPr>
        <p:spPr>
          <a:xfrm>
            <a:off x="3028950" y="4767263"/>
            <a:ext cx="3086100" cy="2746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6"/>
          <p:cNvSpPr txBox="1"/>
          <p:nvPr>
            <p:ph idx="12" type="sldNum"/>
          </p:nvPr>
        </p:nvSpPr>
        <p:spPr>
          <a:xfrm>
            <a:off x="6457950" y="4767263"/>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37"/>
          <p:cNvSpPr txBox="1"/>
          <p:nvPr>
            <p:ph type="title"/>
          </p:nvPr>
        </p:nvSpPr>
        <p:spPr>
          <a:xfrm>
            <a:off x="628650" y="274638"/>
            <a:ext cx="7886700" cy="9937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2" name="Google Shape;42;p37"/>
          <p:cNvSpPr txBox="1"/>
          <p:nvPr>
            <p:ph idx="1" type="body"/>
          </p:nvPr>
        </p:nvSpPr>
        <p:spPr>
          <a:xfrm>
            <a:off x="628650" y="1369219"/>
            <a:ext cx="3886200" cy="3263504"/>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3" name="Google Shape;43;p37"/>
          <p:cNvSpPr txBox="1"/>
          <p:nvPr>
            <p:ph idx="2" type="body"/>
          </p:nvPr>
        </p:nvSpPr>
        <p:spPr>
          <a:xfrm>
            <a:off x="4629150" y="1369219"/>
            <a:ext cx="3886200" cy="3263504"/>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4" name="Google Shape;44;p37"/>
          <p:cNvSpPr txBox="1"/>
          <p:nvPr>
            <p:ph idx="10" type="dt"/>
          </p:nvPr>
        </p:nvSpPr>
        <p:spPr>
          <a:xfrm>
            <a:off x="628650" y="4767263"/>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37"/>
          <p:cNvSpPr txBox="1"/>
          <p:nvPr>
            <p:ph idx="11" type="ftr"/>
          </p:nvPr>
        </p:nvSpPr>
        <p:spPr>
          <a:xfrm>
            <a:off x="3028950" y="4767263"/>
            <a:ext cx="3086100" cy="2746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7"/>
          <p:cNvSpPr txBox="1"/>
          <p:nvPr>
            <p:ph idx="12" type="sldNum"/>
          </p:nvPr>
        </p:nvSpPr>
        <p:spPr>
          <a:xfrm>
            <a:off x="6457950" y="4767263"/>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38"/>
          <p:cNvSpPr txBox="1"/>
          <p:nvPr>
            <p:ph type="title"/>
          </p:nvPr>
        </p:nvSpPr>
        <p:spPr>
          <a:xfrm>
            <a:off x="629841" y="273844"/>
            <a:ext cx="7886700" cy="99417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9" name="Google Shape;49;p38"/>
          <p:cNvSpPr txBox="1"/>
          <p:nvPr>
            <p:ph idx="1" type="body"/>
          </p:nvPr>
        </p:nvSpPr>
        <p:spPr>
          <a:xfrm>
            <a:off x="629842" y="1260872"/>
            <a:ext cx="3868340" cy="61793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0" name="Google Shape;50;p38"/>
          <p:cNvSpPr txBox="1"/>
          <p:nvPr>
            <p:ph idx="2" type="body"/>
          </p:nvPr>
        </p:nvSpPr>
        <p:spPr>
          <a:xfrm>
            <a:off x="629842" y="1878806"/>
            <a:ext cx="3868340" cy="2763441"/>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1" name="Google Shape;51;p38"/>
          <p:cNvSpPr txBox="1"/>
          <p:nvPr>
            <p:ph idx="3" type="body"/>
          </p:nvPr>
        </p:nvSpPr>
        <p:spPr>
          <a:xfrm>
            <a:off x="4629150" y="1260872"/>
            <a:ext cx="3887391" cy="61793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2" name="Google Shape;52;p38"/>
          <p:cNvSpPr txBox="1"/>
          <p:nvPr>
            <p:ph idx="4" type="body"/>
          </p:nvPr>
        </p:nvSpPr>
        <p:spPr>
          <a:xfrm>
            <a:off x="4629150" y="1878806"/>
            <a:ext cx="3887391" cy="2763441"/>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3" name="Google Shape;53;p38"/>
          <p:cNvSpPr txBox="1"/>
          <p:nvPr>
            <p:ph idx="10" type="dt"/>
          </p:nvPr>
        </p:nvSpPr>
        <p:spPr>
          <a:xfrm>
            <a:off x="628650" y="4767263"/>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38"/>
          <p:cNvSpPr txBox="1"/>
          <p:nvPr>
            <p:ph idx="11" type="ftr"/>
          </p:nvPr>
        </p:nvSpPr>
        <p:spPr>
          <a:xfrm>
            <a:off x="3028950" y="4767263"/>
            <a:ext cx="3086100" cy="2746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8"/>
          <p:cNvSpPr txBox="1"/>
          <p:nvPr>
            <p:ph idx="12" type="sldNum"/>
          </p:nvPr>
        </p:nvSpPr>
        <p:spPr>
          <a:xfrm>
            <a:off x="6457950" y="4767263"/>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39"/>
          <p:cNvSpPr txBox="1"/>
          <p:nvPr>
            <p:ph type="title"/>
          </p:nvPr>
        </p:nvSpPr>
        <p:spPr>
          <a:xfrm>
            <a:off x="628650" y="274638"/>
            <a:ext cx="7886700" cy="9937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8" name="Google Shape;58;p39"/>
          <p:cNvSpPr txBox="1"/>
          <p:nvPr>
            <p:ph idx="10" type="dt"/>
          </p:nvPr>
        </p:nvSpPr>
        <p:spPr>
          <a:xfrm>
            <a:off x="628650" y="4767263"/>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9"/>
          <p:cNvSpPr txBox="1"/>
          <p:nvPr>
            <p:ph idx="11" type="ftr"/>
          </p:nvPr>
        </p:nvSpPr>
        <p:spPr>
          <a:xfrm>
            <a:off x="3028950" y="4767263"/>
            <a:ext cx="3086100" cy="2746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9"/>
          <p:cNvSpPr txBox="1"/>
          <p:nvPr>
            <p:ph idx="12" type="sldNum"/>
          </p:nvPr>
        </p:nvSpPr>
        <p:spPr>
          <a:xfrm>
            <a:off x="6457950" y="4767263"/>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40"/>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2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3" name="Google Shape;63;p40"/>
          <p:cNvSpPr txBox="1"/>
          <p:nvPr>
            <p:ph idx="1" type="body"/>
          </p:nvPr>
        </p:nvSpPr>
        <p:spPr>
          <a:xfrm>
            <a:off x="3887391" y="740569"/>
            <a:ext cx="4629150" cy="3655219"/>
          </a:xfrm>
          <a:prstGeom prst="rect">
            <a:avLst/>
          </a:prstGeom>
          <a:noFill/>
          <a:ln>
            <a:noFill/>
          </a:ln>
        </p:spPr>
        <p:txBody>
          <a:bodyPr anchorCtr="0" anchor="t" bIns="45700" lIns="91425" spcFirstLastPara="1" rIns="91425" wrap="square" tIns="45700">
            <a:no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4" name="Google Shape;64;p40"/>
          <p:cNvSpPr txBox="1"/>
          <p:nvPr>
            <p:ph idx="2" type="body"/>
          </p:nvPr>
        </p:nvSpPr>
        <p:spPr>
          <a:xfrm>
            <a:off x="629841" y="1543050"/>
            <a:ext cx="2949178" cy="2858691"/>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5" name="Google Shape;65;p40"/>
          <p:cNvSpPr txBox="1"/>
          <p:nvPr>
            <p:ph idx="10" type="dt"/>
          </p:nvPr>
        </p:nvSpPr>
        <p:spPr>
          <a:xfrm>
            <a:off x="628650" y="4767263"/>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40"/>
          <p:cNvSpPr txBox="1"/>
          <p:nvPr>
            <p:ph idx="11" type="ftr"/>
          </p:nvPr>
        </p:nvSpPr>
        <p:spPr>
          <a:xfrm>
            <a:off x="3028950" y="4767263"/>
            <a:ext cx="3086100" cy="2746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0"/>
          <p:cNvSpPr txBox="1"/>
          <p:nvPr>
            <p:ph idx="12" type="sldNum"/>
          </p:nvPr>
        </p:nvSpPr>
        <p:spPr>
          <a:xfrm>
            <a:off x="6457950" y="4767263"/>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8" name="Shape 68"/>
        <p:cNvGrpSpPr/>
        <p:nvPr/>
      </p:nvGrpSpPr>
      <p:grpSpPr>
        <a:xfrm>
          <a:off x="0" y="0"/>
          <a:ext cx="0" cy="0"/>
          <a:chOff x="0" y="0"/>
          <a:chExt cx="0" cy="0"/>
        </a:xfrm>
      </p:grpSpPr>
      <p:sp>
        <p:nvSpPr>
          <p:cNvPr id="69" name="Google Shape;69;p41"/>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2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0" name="Google Shape;70;p41"/>
          <p:cNvSpPr/>
          <p:nvPr>
            <p:ph idx="2" type="pic"/>
          </p:nvPr>
        </p:nvSpPr>
        <p:spPr>
          <a:xfrm>
            <a:off x="3887391" y="740569"/>
            <a:ext cx="4629150" cy="3655219"/>
          </a:xfrm>
          <a:prstGeom prst="rect">
            <a:avLst/>
          </a:prstGeom>
          <a:noFill/>
          <a:ln>
            <a:noFill/>
          </a:ln>
        </p:spPr>
      </p:sp>
      <p:sp>
        <p:nvSpPr>
          <p:cNvPr id="71" name="Google Shape;71;p41"/>
          <p:cNvSpPr txBox="1"/>
          <p:nvPr>
            <p:ph idx="1" type="body"/>
          </p:nvPr>
        </p:nvSpPr>
        <p:spPr>
          <a:xfrm>
            <a:off x="629841" y="1543050"/>
            <a:ext cx="2949178" cy="2858691"/>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72" name="Google Shape;72;p41"/>
          <p:cNvSpPr txBox="1"/>
          <p:nvPr>
            <p:ph idx="10" type="dt"/>
          </p:nvPr>
        </p:nvSpPr>
        <p:spPr>
          <a:xfrm>
            <a:off x="628650" y="4767263"/>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41"/>
          <p:cNvSpPr txBox="1"/>
          <p:nvPr>
            <p:ph idx="11" type="ftr"/>
          </p:nvPr>
        </p:nvSpPr>
        <p:spPr>
          <a:xfrm>
            <a:off x="3028950" y="4767263"/>
            <a:ext cx="3086100" cy="2746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1"/>
          <p:cNvSpPr txBox="1"/>
          <p:nvPr>
            <p:ph idx="12" type="sldNum"/>
          </p:nvPr>
        </p:nvSpPr>
        <p:spPr>
          <a:xfrm>
            <a:off x="6457950" y="4767263"/>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5" name="Shape 75"/>
        <p:cNvGrpSpPr/>
        <p:nvPr/>
      </p:nvGrpSpPr>
      <p:grpSpPr>
        <a:xfrm>
          <a:off x="0" y="0"/>
          <a:ext cx="0" cy="0"/>
          <a:chOff x="0" y="0"/>
          <a:chExt cx="0" cy="0"/>
        </a:xfrm>
      </p:grpSpPr>
      <p:sp>
        <p:nvSpPr>
          <p:cNvPr id="76" name="Google Shape;76;p42"/>
          <p:cNvSpPr txBox="1"/>
          <p:nvPr>
            <p:ph type="title"/>
          </p:nvPr>
        </p:nvSpPr>
        <p:spPr>
          <a:xfrm>
            <a:off x="628650" y="274638"/>
            <a:ext cx="7886700" cy="9937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7" name="Google Shape;77;p42"/>
          <p:cNvSpPr txBox="1"/>
          <p:nvPr>
            <p:ph idx="1" type="body"/>
          </p:nvPr>
        </p:nvSpPr>
        <p:spPr>
          <a:xfrm rot="5400000">
            <a:off x="2940844" y="-942181"/>
            <a:ext cx="3262312" cy="78867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8" name="Google Shape;78;p42"/>
          <p:cNvSpPr txBox="1"/>
          <p:nvPr>
            <p:ph idx="10" type="dt"/>
          </p:nvPr>
        </p:nvSpPr>
        <p:spPr>
          <a:xfrm>
            <a:off x="628650" y="4767263"/>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42"/>
          <p:cNvSpPr txBox="1"/>
          <p:nvPr>
            <p:ph idx="11" type="ftr"/>
          </p:nvPr>
        </p:nvSpPr>
        <p:spPr>
          <a:xfrm>
            <a:off x="3028950" y="4767263"/>
            <a:ext cx="3086100" cy="2746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2"/>
          <p:cNvSpPr txBox="1"/>
          <p:nvPr>
            <p:ph idx="12" type="sldNum"/>
          </p:nvPr>
        </p:nvSpPr>
        <p:spPr>
          <a:xfrm>
            <a:off x="6457950" y="4767263"/>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1" name="Shape 81"/>
        <p:cNvGrpSpPr/>
        <p:nvPr/>
      </p:nvGrpSpPr>
      <p:grpSpPr>
        <a:xfrm>
          <a:off x="0" y="0"/>
          <a:ext cx="0" cy="0"/>
          <a:chOff x="0" y="0"/>
          <a:chExt cx="0" cy="0"/>
        </a:xfrm>
      </p:grpSpPr>
      <p:sp>
        <p:nvSpPr>
          <p:cNvPr id="82" name="Google Shape;82;p43"/>
          <p:cNvSpPr txBox="1"/>
          <p:nvPr>
            <p:ph type="title"/>
          </p:nvPr>
        </p:nvSpPr>
        <p:spPr>
          <a:xfrm rot="5400000">
            <a:off x="5350073" y="1467446"/>
            <a:ext cx="4358879" cy="19716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83" name="Google Shape;83;p43"/>
          <p:cNvSpPr txBox="1"/>
          <p:nvPr>
            <p:ph idx="1" type="body"/>
          </p:nvPr>
        </p:nvSpPr>
        <p:spPr>
          <a:xfrm rot="5400000">
            <a:off x="1349573" y="-447079"/>
            <a:ext cx="4358879" cy="580072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4" name="Google Shape;84;p43"/>
          <p:cNvSpPr txBox="1"/>
          <p:nvPr>
            <p:ph idx="10" type="dt"/>
          </p:nvPr>
        </p:nvSpPr>
        <p:spPr>
          <a:xfrm>
            <a:off x="628650" y="4767263"/>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43"/>
          <p:cNvSpPr txBox="1"/>
          <p:nvPr>
            <p:ph idx="11" type="ftr"/>
          </p:nvPr>
        </p:nvSpPr>
        <p:spPr>
          <a:xfrm>
            <a:off x="3028950" y="4767263"/>
            <a:ext cx="3086100" cy="2746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43"/>
          <p:cNvSpPr txBox="1"/>
          <p:nvPr>
            <p:ph idx="12" type="sldNum"/>
          </p:nvPr>
        </p:nvSpPr>
        <p:spPr>
          <a:xfrm>
            <a:off x="6457950" y="4767263"/>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ubtitle Only">
  <p:cSld name="1_Title Subtitle Only">
    <p:spTree>
      <p:nvGrpSpPr>
        <p:cNvPr id="90" name="Shape 90"/>
        <p:cNvGrpSpPr/>
        <p:nvPr/>
      </p:nvGrpSpPr>
      <p:grpSpPr>
        <a:xfrm>
          <a:off x="0" y="0"/>
          <a:ext cx="0" cy="0"/>
          <a:chOff x="0" y="0"/>
          <a:chExt cx="0" cy="0"/>
        </a:xfrm>
      </p:grpSpPr>
      <p:sp>
        <p:nvSpPr>
          <p:cNvPr id="91" name="Google Shape;91;p33"/>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33"/>
          <p:cNvSpPr txBox="1"/>
          <p:nvPr>
            <p:ph idx="1" type="body"/>
          </p:nvPr>
        </p:nvSpPr>
        <p:spPr>
          <a:xfrm>
            <a:off x="685800" y="700088"/>
            <a:ext cx="7772400" cy="304800"/>
          </a:xfrm>
          <a:prstGeom prst="rect">
            <a:avLst/>
          </a:prstGeom>
          <a:noFill/>
          <a:ln>
            <a:noFill/>
          </a:ln>
        </p:spPr>
        <p:txBody>
          <a:bodyPr anchorCtr="0" anchor="t" bIns="0" lIns="0" spcFirstLastPara="1" rIns="0" wrap="square" tIns="0">
            <a:normAutofit/>
          </a:bodyPr>
          <a:lstStyle>
            <a:lvl1pPr indent="-228600" lvl="0" marL="457200" algn="ctr">
              <a:lnSpc>
                <a:spcPct val="86000"/>
              </a:lnSpc>
              <a:spcBef>
                <a:spcPts val="0"/>
              </a:spcBef>
              <a:spcAft>
                <a:spcPts val="0"/>
              </a:spcAft>
              <a:buSzPts val="1350"/>
              <a:buNone/>
              <a:defRPr sz="1350"/>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4" name="Shape 94"/>
        <p:cNvGrpSpPr/>
        <p:nvPr/>
      </p:nvGrpSpPr>
      <p:grpSpPr>
        <a:xfrm>
          <a:off x="0" y="0"/>
          <a:ext cx="0" cy="0"/>
          <a:chOff x="0" y="0"/>
          <a:chExt cx="0" cy="0"/>
        </a:xfrm>
      </p:grpSpPr>
      <p:sp>
        <p:nvSpPr>
          <p:cNvPr id="95" name="Google Shape;95;p117"/>
          <p:cNvSpPr txBox="1"/>
          <p:nvPr>
            <p:ph type="ctrTitle"/>
          </p:nvPr>
        </p:nvSpPr>
        <p:spPr>
          <a:xfrm>
            <a:off x="685800" y="1597820"/>
            <a:ext cx="7772400" cy="1102519"/>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2700"/>
              <a:buFont typeface="Open Sans Light"/>
              <a:buNone/>
              <a:defRPr sz="27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117"/>
          <p:cNvSpPr txBox="1"/>
          <p:nvPr>
            <p:ph idx="1" type="subTitle"/>
          </p:nvPr>
        </p:nvSpPr>
        <p:spPr>
          <a:xfrm>
            <a:off x="1371600" y="2914650"/>
            <a:ext cx="6400800" cy="1314450"/>
          </a:xfrm>
          <a:prstGeom prst="rect">
            <a:avLst/>
          </a:prstGeom>
          <a:noFill/>
          <a:ln>
            <a:noFill/>
          </a:ln>
        </p:spPr>
        <p:txBody>
          <a:bodyPr anchorCtr="0" anchor="t" bIns="0" lIns="0" spcFirstLastPara="1" rIns="0" wrap="square" tIns="0">
            <a:normAutofit/>
          </a:bodyPr>
          <a:lstStyle>
            <a:lvl1pPr lvl="0" algn="ctr">
              <a:lnSpc>
                <a:spcPct val="100000"/>
              </a:lnSpc>
              <a:spcBef>
                <a:spcPts val="300"/>
              </a:spcBef>
              <a:spcAft>
                <a:spcPts val="0"/>
              </a:spcAft>
              <a:buSzPts val="1500"/>
              <a:buNone/>
              <a:defRPr>
                <a:solidFill>
                  <a:schemeClr val="dk1"/>
                </a:solidFill>
              </a:defRPr>
            </a:lvl1pPr>
            <a:lvl2pPr lvl="1" algn="ctr">
              <a:lnSpc>
                <a:spcPct val="100000"/>
              </a:lnSpc>
              <a:spcBef>
                <a:spcPts val="240"/>
              </a:spcBef>
              <a:spcAft>
                <a:spcPts val="0"/>
              </a:spcAft>
              <a:buSzPts val="1200"/>
              <a:buNone/>
              <a:defRPr>
                <a:solidFill>
                  <a:schemeClr val="dk1"/>
                </a:solidFill>
              </a:defRPr>
            </a:lvl2pPr>
            <a:lvl3pPr lvl="2" algn="ctr">
              <a:lnSpc>
                <a:spcPct val="100000"/>
              </a:lnSpc>
              <a:spcBef>
                <a:spcPts val="240"/>
              </a:spcBef>
              <a:spcAft>
                <a:spcPts val="0"/>
              </a:spcAft>
              <a:buSzPts val="1200"/>
              <a:buNone/>
              <a:defRPr>
                <a:solidFill>
                  <a:schemeClr val="dk1"/>
                </a:solidFill>
              </a:defRPr>
            </a:lvl3pPr>
            <a:lvl4pPr lvl="3" algn="ctr">
              <a:lnSpc>
                <a:spcPct val="100000"/>
              </a:lnSpc>
              <a:spcBef>
                <a:spcPts val="240"/>
              </a:spcBef>
              <a:spcAft>
                <a:spcPts val="0"/>
              </a:spcAft>
              <a:buSzPts val="1200"/>
              <a:buNone/>
              <a:defRPr>
                <a:solidFill>
                  <a:schemeClr val="dk1"/>
                </a:solidFill>
              </a:defRPr>
            </a:lvl4pPr>
            <a:lvl5pPr lvl="4" algn="ctr">
              <a:lnSpc>
                <a:spcPct val="100000"/>
              </a:lnSpc>
              <a:spcBef>
                <a:spcPts val="240"/>
              </a:spcBef>
              <a:spcAft>
                <a:spcPts val="0"/>
              </a:spcAft>
              <a:buSzPts val="1200"/>
              <a:buNone/>
              <a:defRPr>
                <a:solidFill>
                  <a:schemeClr val="dk1"/>
                </a:solidFill>
              </a:defRPr>
            </a:lvl5pPr>
            <a:lvl6pPr lvl="5" algn="ctr">
              <a:lnSpc>
                <a:spcPct val="100000"/>
              </a:lnSpc>
              <a:spcBef>
                <a:spcPts val="400"/>
              </a:spcBef>
              <a:spcAft>
                <a:spcPts val="0"/>
              </a:spcAft>
              <a:buClr>
                <a:schemeClr val="dk1"/>
              </a:buClr>
              <a:buSzPts val="2000"/>
              <a:buNone/>
              <a:defRPr>
                <a:solidFill>
                  <a:schemeClr val="dk1"/>
                </a:solidFill>
              </a:defRPr>
            </a:lvl6pPr>
            <a:lvl7pPr lvl="6" algn="ctr">
              <a:lnSpc>
                <a:spcPct val="100000"/>
              </a:lnSpc>
              <a:spcBef>
                <a:spcPts val="400"/>
              </a:spcBef>
              <a:spcAft>
                <a:spcPts val="0"/>
              </a:spcAft>
              <a:buClr>
                <a:schemeClr val="dk1"/>
              </a:buClr>
              <a:buSzPts val="2000"/>
              <a:buNone/>
              <a:defRPr>
                <a:solidFill>
                  <a:schemeClr val="dk1"/>
                </a:solidFill>
              </a:defRPr>
            </a:lvl7pPr>
            <a:lvl8pPr lvl="7" algn="ctr">
              <a:lnSpc>
                <a:spcPct val="100000"/>
              </a:lnSpc>
              <a:spcBef>
                <a:spcPts val="400"/>
              </a:spcBef>
              <a:spcAft>
                <a:spcPts val="0"/>
              </a:spcAft>
              <a:buClr>
                <a:schemeClr val="dk1"/>
              </a:buClr>
              <a:buSzPts val="2000"/>
              <a:buNone/>
              <a:defRPr>
                <a:solidFill>
                  <a:schemeClr val="dk1"/>
                </a:solidFill>
              </a:defRPr>
            </a:lvl8pPr>
            <a:lvl9pPr lvl="8" algn="ctr">
              <a:lnSpc>
                <a:spcPct val="100000"/>
              </a:lnSpc>
              <a:spcBef>
                <a:spcPts val="400"/>
              </a:spcBef>
              <a:spcAft>
                <a:spcPts val="0"/>
              </a:spcAft>
              <a:buClr>
                <a:schemeClr val="dk1"/>
              </a:buClr>
              <a:buSzPts val="2000"/>
              <a:buNone/>
              <a:defRPr>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solidFill>
          <a:schemeClr val="accent1"/>
        </a:solidFill>
      </p:bgPr>
    </p:bg>
    <p:spTree>
      <p:nvGrpSpPr>
        <p:cNvPr id="97" name="Shape 97"/>
        <p:cNvGrpSpPr/>
        <p:nvPr/>
      </p:nvGrpSpPr>
      <p:grpSpPr>
        <a:xfrm>
          <a:off x="0" y="0"/>
          <a:ext cx="0" cy="0"/>
          <a:chOff x="0" y="0"/>
          <a:chExt cx="0" cy="0"/>
        </a:xfrm>
      </p:grpSpPr>
      <p:sp>
        <p:nvSpPr>
          <p:cNvPr id="98" name="Google Shape;98;p118"/>
          <p:cNvSpPr txBox="1"/>
          <p:nvPr>
            <p:ph type="ctrTitle"/>
          </p:nvPr>
        </p:nvSpPr>
        <p:spPr>
          <a:xfrm>
            <a:off x="685800" y="1597820"/>
            <a:ext cx="7772400" cy="1102519"/>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2700"/>
              <a:buFont typeface="Open Sans Light"/>
              <a:buNone/>
              <a:defRPr sz="27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118"/>
          <p:cNvSpPr txBox="1"/>
          <p:nvPr>
            <p:ph idx="1" type="subTitle"/>
          </p:nvPr>
        </p:nvSpPr>
        <p:spPr>
          <a:xfrm>
            <a:off x="1371600" y="2914650"/>
            <a:ext cx="6400800" cy="1314450"/>
          </a:xfrm>
          <a:prstGeom prst="rect">
            <a:avLst/>
          </a:prstGeom>
          <a:noFill/>
          <a:ln>
            <a:noFill/>
          </a:ln>
        </p:spPr>
        <p:txBody>
          <a:bodyPr anchorCtr="0" anchor="t" bIns="0" lIns="0" spcFirstLastPara="1" rIns="0" wrap="square" tIns="0">
            <a:normAutofit/>
          </a:bodyPr>
          <a:lstStyle>
            <a:lvl1pPr lvl="0" algn="ctr">
              <a:lnSpc>
                <a:spcPct val="100000"/>
              </a:lnSpc>
              <a:spcBef>
                <a:spcPts val="300"/>
              </a:spcBef>
              <a:spcAft>
                <a:spcPts val="0"/>
              </a:spcAft>
              <a:buSzPts val="1500"/>
              <a:buNone/>
              <a:defRPr>
                <a:solidFill>
                  <a:schemeClr val="dk1"/>
                </a:solidFill>
              </a:defRPr>
            </a:lvl1pPr>
            <a:lvl2pPr lvl="1" algn="ctr">
              <a:lnSpc>
                <a:spcPct val="100000"/>
              </a:lnSpc>
              <a:spcBef>
                <a:spcPts val="240"/>
              </a:spcBef>
              <a:spcAft>
                <a:spcPts val="0"/>
              </a:spcAft>
              <a:buSzPts val="1200"/>
              <a:buNone/>
              <a:defRPr>
                <a:solidFill>
                  <a:schemeClr val="dk1"/>
                </a:solidFill>
              </a:defRPr>
            </a:lvl2pPr>
            <a:lvl3pPr lvl="2" algn="ctr">
              <a:lnSpc>
                <a:spcPct val="100000"/>
              </a:lnSpc>
              <a:spcBef>
                <a:spcPts val="240"/>
              </a:spcBef>
              <a:spcAft>
                <a:spcPts val="0"/>
              </a:spcAft>
              <a:buSzPts val="1200"/>
              <a:buNone/>
              <a:defRPr>
                <a:solidFill>
                  <a:schemeClr val="dk1"/>
                </a:solidFill>
              </a:defRPr>
            </a:lvl3pPr>
            <a:lvl4pPr lvl="3" algn="ctr">
              <a:lnSpc>
                <a:spcPct val="100000"/>
              </a:lnSpc>
              <a:spcBef>
                <a:spcPts val="240"/>
              </a:spcBef>
              <a:spcAft>
                <a:spcPts val="0"/>
              </a:spcAft>
              <a:buSzPts val="1200"/>
              <a:buNone/>
              <a:defRPr>
                <a:solidFill>
                  <a:schemeClr val="dk1"/>
                </a:solidFill>
              </a:defRPr>
            </a:lvl4pPr>
            <a:lvl5pPr lvl="4" algn="ctr">
              <a:lnSpc>
                <a:spcPct val="100000"/>
              </a:lnSpc>
              <a:spcBef>
                <a:spcPts val="240"/>
              </a:spcBef>
              <a:spcAft>
                <a:spcPts val="0"/>
              </a:spcAft>
              <a:buSzPts val="1200"/>
              <a:buNone/>
              <a:defRPr>
                <a:solidFill>
                  <a:schemeClr val="dk1"/>
                </a:solidFill>
              </a:defRPr>
            </a:lvl5pPr>
            <a:lvl6pPr lvl="5" algn="ctr">
              <a:lnSpc>
                <a:spcPct val="100000"/>
              </a:lnSpc>
              <a:spcBef>
                <a:spcPts val="400"/>
              </a:spcBef>
              <a:spcAft>
                <a:spcPts val="0"/>
              </a:spcAft>
              <a:buClr>
                <a:schemeClr val="dk1"/>
              </a:buClr>
              <a:buSzPts val="2000"/>
              <a:buNone/>
              <a:defRPr>
                <a:solidFill>
                  <a:schemeClr val="dk1"/>
                </a:solidFill>
              </a:defRPr>
            </a:lvl6pPr>
            <a:lvl7pPr lvl="6" algn="ctr">
              <a:lnSpc>
                <a:spcPct val="100000"/>
              </a:lnSpc>
              <a:spcBef>
                <a:spcPts val="400"/>
              </a:spcBef>
              <a:spcAft>
                <a:spcPts val="0"/>
              </a:spcAft>
              <a:buClr>
                <a:schemeClr val="dk1"/>
              </a:buClr>
              <a:buSzPts val="2000"/>
              <a:buNone/>
              <a:defRPr>
                <a:solidFill>
                  <a:schemeClr val="dk1"/>
                </a:solidFill>
              </a:defRPr>
            </a:lvl7pPr>
            <a:lvl8pPr lvl="7" algn="ctr">
              <a:lnSpc>
                <a:spcPct val="100000"/>
              </a:lnSpc>
              <a:spcBef>
                <a:spcPts val="400"/>
              </a:spcBef>
              <a:spcAft>
                <a:spcPts val="0"/>
              </a:spcAft>
              <a:buClr>
                <a:schemeClr val="dk1"/>
              </a:buClr>
              <a:buSzPts val="2000"/>
              <a:buNone/>
              <a:defRPr>
                <a:solidFill>
                  <a:schemeClr val="dk1"/>
                </a:solidFill>
              </a:defRPr>
            </a:lvl8pPr>
            <a:lvl9pPr lvl="8" algn="ctr">
              <a:lnSpc>
                <a:spcPct val="100000"/>
              </a:lnSpc>
              <a:spcBef>
                <a:spcPts val="400"/>
              </a:spcBef>
              <a:spcAft>
                <a:spcPts val="0"/>
              </a:spcAft>
              <a:buClr>
                <a:schemeClr val="dk1"/>
              </a:buClr>
              <a:buSzPts val="2000"/>
              <a:buNone/>
              <a:defRPr>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Slide">
  <p:cSld name="4_Title Slide">
    <p:bg>
      <p:bgPr>
        <a:solidFill>
          <a:schemeClr val="accent2"/>
        </a:solidFill>
      </p:bgPr>
    </p:bg>
    <p:spTree>
      <p:nvGrpSpPr>
        <p:cNvPr id="100" name="Shape 100"/>
        <p:cNvGrpSpPr/>
        <p:nvPr/>
      </p:nvGrpSpPr>
      <p:grpSpPr>
        <a:xfrm>
          <a:off x="0" y="0"/>
          <a:ext cx="0" cy="0"/>
          <a:chOff x="0" y="0"/>
          <a:chExt cx="0" cy="0"/>
        </a:xfrm>
      </p:grpSpPr>
      <p:sp>
        <p:nvSpPr>
          <p:cNvPr id="101" name="Google Shape;101;p119"/>
          <p:cNvSpPr txBox="1"/>
          <p:nvPr>
            <p:ph type="ctrTitle"/>
          </p:nvPr>
        </p:nvSpPr>
        <p:spPr>
          <a:xfrm>
            <a:off x="685800" y="1597820"/>
            <a:ext cx="7772400" cy="1102519"/>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2700"/>
              <a:buFont typeface="Open Sans Light"/>
              <a:buNone/>
              <a:defRPr sz="27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119"/>
          <p:cNvSpPr txBox="1"/>
          <p:nvPr>
            <p:ph idx="1" type="subTitle"/>
          </p:nvPr>
        </p:nvSpPr>
        <p:spPr>
          <a:xfrm>
            <a:off x="1371600" y="2914650"/>
            <a:ext cx="6400800" cy="1314450"/>
          </a:xfrm>
          <a:prstGeom prst="rect">
            <a:avLst/>
          </a:prstGeom>
          <a:noFill/>
          <a:ln>
            <a:noFill/>
          </a:ln>
        </p:spPr>
        <p:txBody>
          <a:bodyPr anchorCtr="0" anchor="t" bIns="0" lIns="0" spcFirstLastPara="1" rIns="0" wrap="square" tIns="0">
            <a:normAutofit/>
          </a:bodyPr>
          <a:lstStyle>
            <a:lvl1pPr lvl="0" algn="ctr">
              <a:lnSpc>
                <a:spcPct val="100000"/>
              </a:lnSpc>
              <a:spcBef>
                <a:spcPts val="300"/>
              </a:spcBef>
              <a:spcAft>
                <a:spcPts val="0"/>
              </a:spcAft>
              <a:buSzPts val="1500"/>
              <a:buNone/>
              <a:defRPr>
                <a:solidFill>
                  <a:schemeClr val="dk1"/>
                </a:solidFill>
              </a:defRPr>
            </a:lvl1pPr>
            <a:lvl2pPr lvl="1" algn="ctr">
              <a:lnSpc>
                <a:spcPct val="100000"/>
              </a:lnSpc>
              <a:spcBef>
                <a:spcPts val="240"/>
              </a:spcBef>
              <a:spcAft>
                <a:spcPts val="0"/>
              </a:spcAft>
              <a:buSzPts val="1200"/>
              <a:buNone/>
              <a:defRPr>
                <a:solidFill>
                  <a:schemeClr val="dk1"/>
                </a:solidFill>
              </a:defRPr>
            </a:lvl2pPr>
            <a:lvl3pPr lvl="2" algn="ctr">
              <a:lnSpc>
                <a:spcPct val="100000"/>
              </a:lnSpc>
              <a:spcBef>
                <a:spcPts val="240"/>
              </a:spcBef>
              <a:spcAft>
                <a:spcPts val="0"/>
              </a:spcAft>
              <a:buSzPts val="1200"/>
              <a:buNone/>
              <a:defRPr>
                <a:solidFill>
                  <a:schemeClr val="dk1"/>
                </a:solidFill>
              </a:defRPr>
            </a:lvl3pPr>
            <a:lvl4pPr lvl="3" algn="ctr">
              <a:lnSpc>
                <a:spcPct val="100000"/>
              </a:lnSpc>
              <a:spcBef>
                <a:spcPts val="240"/>
              </a:spcBef>
              <a:spcAft>
                <a:spcPts val="0"/>
              </a:spcAft>
              <a:buSzPts val="1200"/>
              <a:buNone/>
              <a:defRPr>
                <a:solidFill>
                  <a:schemeClr val="dk1"/>
                </a:solidFill>
              </a:defRPr>
            </a:lvl4pPr>
            <a:lvl5pPr lvl="4" algn="ctr">
              <a:lnSpc>
                <a:spcPct val="100000"/>
              </a:lnSpc>
              <a:spcBef>
                <a:spcPts val="240"/>
              </a:spcBef>
              <a:spcAft>
                <a:spcPts val="0"/>
              </a:spcAft>
              <a:buSzPts val="1200"/>
              <a:buNone/>
              <a:defRPr>
                <a:solidFill>
                  <a:schemeClr val="dk1"/>
                </a:solidFill>
              </a:defRPr>
            </a:lvl5pPr>
            <a:lvl6pPr lvl="5" algn="ctr">
              <a:lnSpc>
                <a:spcPct val="100000"/>
              </a:lnSpc>
              <a:spcBef>
                <a:spcPts val="400"/>
              </a:spcBef>
              <a:spcAft>
                <a:spcPts val="0"/>
              </a:spcAft>
              <a:buClr>
                <a:schemeClr val="dk1"/>
              </a:buClr>
              <a:buSzPts val="2000"/>
              <a:buNone/>
              <a:defRPr>
                <a:solidFill>
                  <a:schemeClr val="dk1"/>
                </a:solidFill>
              </a:defRPr>
            </a:lvl6pPr>
            <a:lvl7pPr lvl="6" algn="ctr">
              <a:lnSpc>
                <a:spcPct val="100000"/>
              </a:lnSpc>
              <a:spcBef>
                <a:spcPts val="400"/>
              </a:spcBef>
              <a:spcAft>
                <a:spcPts val="0"/>
              </a:spcAft>
              <a:buClr>
                <a:schemeClr val="dk1"/>
              </a:buClr>
              <a:buSzPts val="2000"/>
              <a:buNone/>
              <a:defRPr>
                <a:solidFill>
                  <a:schemeClr val="dk1"/>
                </a:solidFill>
              </a:defRPr>
            </a:lvl7pPr>
            <a:lvl8pPr lvl="7" algn="ctr">
              <a:lnSpc>
                <a:spcPct val="100000"/>
              </a:lnSpc>
              <a:spcBef>
                <a:spcPts val="400"/>
              </a:spcBef>
              <a:spcAft>
                <a:spcPts val="0"/>
              </a:spcAft>
              <a:buClr>
                <a:schemeClr val="dk1"/>
              </a:buClr>
              <a:buSzPts val="2000"/>
              <a:buNone/>
              <a:defRPr>
                <a:solidFill>
                  <a:schemeClr val="dk1"/>
                </a:solidFill>
              </a:defRPr>
            </a:lvl8pPr>
            <a:lvl9pPr lvl="8" algn="ctr">
              <a:lnSpc>
                <a:spcPct val="100000"/>
              </a:lnSpc>
              <a:spcBef>
                <a:spcPts val="400"/>
              </a:spcBef>
              <a:spcAft>
                <a:spcPts val="0"/>
              </a:spcAft>
              <a:buClr>
                <a:schemeClr val="dk1"/>
              </a:buClr>
              <a:buSzPts val="2000"/>
              <a:buNone/>
              <a:defRPr>
                <a:solidFill>
                  <a:schemeClr val="dk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Slide">
  <p:cSld name="5_Title Slide">
    <p:bg>
      <p:bgPr>
        <a:solidFill>
          <a:schemeClr val="accent3"/>
        </a:solidFill>
      </p:bgPr>
    </p:bg>
    <p:spTree>
      <p:nvGrpSpPr>
        <p:cNvPr id="103" name="Shape 103"/>
        <p:cNvGrpSpPr/>
        <p:nvPr/>
      </p:nvGrpSpPr>
      <p:grpSpPr>
        <a:xfrm>
          <a:off x="0" y="0"/>
          <a:ext cx="0" cy="0"/>
          <a:chOff x="0" y="0"/>
          <a:chExt cx="0" cy="0"/>
        </a:xfrm>
      </p:grpSpPr>
      <p:sp>
        <p:nvSpPr>
          <p:cNvPr id="104" name="Google Shape;104;p120"/>
          <p:cNvSpPr txBox="1"/>
          <p:nvPr>
            <p:ph type="ctrTitle"/>
          </p:nvPr>
        </p:nvSpPr>
        <p:spPr>
          <a:xfrm>
            <a:off x="685800" y="1597820"/>
            <a:ext cx="7772400" cy="1102519"/>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2700"/>
              <a:buFont typeface="Open Sans Light"/>
              <a:buNone/>
              <a:defRPr sz="27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120"/>
          <p:cNvSpPr txBox="1"/>
          <p:nvPr>
            <p:ph idx="1" type="subTitle"/>
          </p:nvPr>
        </p:nvSpPr>
        <p:spPr>
          <a:xfrm>
            <a:off x="1371600" y="2914650"/>
            <a:ext cx="6400800" cy="1314450"/>
          </a:xfrm>
          <a:prstGeom prst="rect">
            <a:avLst/>
          </a:prstGeom>
          <a:noFill/>
          <a:ln>
            <a:noFill/>
          </a:ln>
        </p:spPr>
        <p:txBody>
          <a:bodyPr anchorCtr="0" anchor="t" bIns="0" lIns="0" spcFirstLastPara="1" rIns="0" wrap="square" tIns="0">
            <a:normAutofit/>
          </a:bodyPr>
          <a:lstStyle>
            <a:lvl1pPr lvl="0" algn="ctr">
              <a:lnSpc>
                <a:spcPct val="100000"/>
              </a:lnSpc>
              <a:spcBef>
                <a:spcPts val="300"/>
              </a:spcBef>
              <a:spcAft>
                <a:spcPts val="0"/>
              </a:spcAft>
              <a:buSzPts val="1500"/>
              <a:buNone/>
              <a:defRPr>
                <a:solidFill>
                  <a:schemeClr val="dk1"/>
                </a:solidFill>
              </a:defRPr>
            </a:lvl1pPr>
            <a:lvl2pPr lvl="1" algn="ctr">
              <a:lnSpc>
                <a:spcPct val="100000"/>
              </a:lnSpc>
              <a:spcBef>
                <a:spcPts val="240"/>
              </a:spcBef>
              <a:spcAft>
                <a:spcPts val="0"/>
              </a:spcAft>
              <a:buSzPts val="1200"/>
              <a:buNone/>
              <a:defRPr>
                <a:solidFill>
                  <a:schemeClr val="dk1"/>
                </a:solidFill>
              </a:defRPr>
            </a:lvl2pPr>
            <a:lvl3pPr lvl="2" algn="ctr">
              <a:lnSpc>
                <a:spcPct val="100000"/>
              </a:lnSpc>
              <a:spcBef>
                <a:spcPts val="240"/>
              </a:spcBef>
              <a:spcAft>
                <a:spcPts val="0"/>
              </a:spcAft>
              <a:buSzPts val="1200"/>
              <a:buNone/>
              <a:defRPr>
                <a:solidFill>
                  <a:schemeClr val="dk1"/>
                </a:solidFill>
              </a:defRPr>
            </a:lvl3pPr>
            <a:lvl4pPr lvl="3" algn="ctr">
              <a:lnSpc>
                <a:spcPct val="100000"/>
              </a:lnSpc>
              <a:spcBef>
                <a:spcPts val="240"/>
              </a:spcBef>
              <a:spcAft>
                <a:spcPts val="0"/>
              </a:spcAft>
              <a:buSzPts val="1200"/>
              <a:buNone/>
              <a:defRPr>
                <a:solidFill>
                  <a:schemeClr val="dk1"/>
                </a:solidFill>
              </a:defRPr>
            </a:lvl4pPr>
            <a:lvl5pPr lvl="4" algn="ctr">
              <a:lnSpc>
                <a:spcPct val="100000"/>
              </a:lnSpc>
              <a:spcBef>
                <a:spcPts val="240"/>
              </a:spcBef>
              <a:spcAft>
                <a:spcPts val="0"/>
              </a:spcAft>
              <a:buSzPts val="1200"/>
              <a:buNone/>
              <a:defRPr>
                <a:solidFill>
                  <a:schemeClr val="dk1"/>
                </a:solidFill>
              </a:defRPr>
            </a:lvl5pPr>
            <a:lvl6pPr lvl="5" algn="ctr">
              <a:lnSpc>
                <a:spcPct val="100000"/>
              </a:lnSpc>
              <a:spcBef>
                <a:spcPts val="400"/>
              </a:spcBef>
              <a:spcAft>
                <a:spcPts val="0"/>
              </a:spcAft>
              <a:buClr>
                <a:schemeClr val="dk1"/>
              </a:buClr>
              <a:buSzPts val="2000"/>
              <a:buNone/>
              <a:defRPr>
                <a:solidFill>
                  <a:schemeClr val="dk1"/>
                </a:solidFill>
              </a:defRPr>
            </a:lvl6pPr>
            <a:lvl7pPr lvl="6" algn="ctr">
              <a:lnSpc>
                <a:spcPct val="100000"/>
              </a:lnSpc>
              <a:spcBef>
                <a:spcPts val="400"/>
              </a:spcBef>
              <a:spcAft>
                <a:spcPts val="0"/>
              </a:spcAft>
              <a:buClr>
                <a:schemeClr val="dk1"/>
              </a:buClr>
              <a:buSzPts val="2000"/>
              <a:buNone/>
              <a:defRPr>
                <a:solidFill>
                  <a:schemeClr val="dk1"/>
                </a:solidFill>
              </a:defRPr>
            </a:lvl7pPr>
            <a:lvl8pPr lvl="7" algn="ctr">
              <a:lnSpc>
                <a:spcPct val="100000"/>
              </a:lnSpc>
              <a:spcBef>
                <a:spcPts val="400"/>
              </a:spcBef>
              <a:spcAft>
                <a:spcPts val="0"/>
              </a:spcAft>
              <a:buClr>
                <a:schemeClr val="dk1"/>
              </a:buClr>
              <a:buSzPts val="2000"/>
              <a:buNone/>
              <a:defRPr>
                <a:solidFill>
                  <a:schemeClr val="dk1"/>
                </a:solidFill>
              </a:defRPr>
            </a:lvl8pPr>
            <a:lvl9pPr lvl="8" algn="ctr">
              <a:lnSpc>
                <a:spcPct val="100000"/>
              </a:lnSpc>
              <a:spcBef>
                <a:spcPts val="400"/>
              </a:spcBef>
              <a:spcAft>
                <a:spcPts val="0"/>
              </a:spcAft>
              <a:buClr>
                <a:schemeClr val="dk1"/>
              </a:buClr>
              <a:buSzPts val="2000"/>
              <a:buNone/>
              <a:defRPr>
                <a:solidFill>
                  <a:schemeClr val="dk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Slide">
  <p:cSld name="6_Title Slide">
    <p:bg>
      <p:bgPr>
        <a:solidFill>
          <a:schemeClr val="accent4"/>
        </a:solidFill>
      </p:bgPr>
    </p:bg>
    <p:spTree>
      <p:nvGrpSpPr>
        <p:cNvPr id="106" name="Shape 106"/>
        <p:cNvGrpSpPr/>
        <p:nvPr/>
      </p:nvGrpSpPr>
      <p:grpSpPr>
        <a:xfrm>
          <a:off x="0" y="0"/>
          <a:ext cx="0" cy="0"/>
          <a:chOff x="0" y="0"/>
          <a:chExt cx="0" cy="0"/>
        </a:xfrm>
      </p:grpSpPr>
      <p:sp>
        <p:nvSpPr>
          <p:cNvPr id="107" name="Google Shape;107;p121"/>
          <p:cNvSpPr txBox="1"/>
          <p:nvPr>
            <p:ph type="ctrTitle"/>
          </p:nvPr>
        </p:nvSpPr>
        <p:spPr>
          <a:xfrm>
            <a:off x="685800" y="1597820"/>
            <a:ext cx="7772400" cy="1102519"/>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2700"/>
              <a:buFont typeface="Open Sans Light"/>
              <a:buNone/>
              <a:defRPr sz="27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121"/>
          <p:cNvSpPr txBox="1"/>
          <p:nvPr>
            <p:ph idx="1" type="subTitle"/>
          </p:nvPr>
        </p:nvSpPr>
        <p:spPr>
          <a:xfrm>
            <a:off x="1371600" y="2914650"/>
            <a:ext cx="6400800" cy="1314450"/>
          </a:xfrm>
          <a:prstGeom prst="rect">
            <a:avLst/>
          </a:prstGeom>
          <a:noFill/>
          <a:ln>
            <a:noFill/>
          </a:ln>
        </p:spPr>
        <p:txBody>
          <a:bodyPr anchorCtr="0" anchor="t" bIns="0" lIns="0" spcFirstLastPara="1" rIns="0" wrap="square" tIns="0">
            <a:normAutofit/>
          </a:bodyPr>
          <a:lstStyle>
            <a:lvl1pPr lvl="0" algn="ctr">
              <a:lnSpc>
                <a:spcPct val="100000"/>
              </a:lnSpc>
              <a:spcBef>
                <a:spcPts val="300"/>
              </a:spcBef>
              <a:spcAft>
                <a:spcPts val="0"/>
              </a:spcAft>
              <a:buSzPts val="1500"/>
              <a:buNone/>
              <a:defRPr>
                <a:solidFill>
                  <a:schemeClr val="dk1"/>
                </a:solidFill>
              </a:defRPr>
            </a:lvl1pPr>
            <a:lvl2pPr lvl="1" algn="ctr">
              <a:lnSpc>
                <a:spcPct val="100000"/>
              </a:lnSpc>
              <a:spcBef>
                <a:spcPts val="240"/>
              </a:spcBef>
              <a:spcAft>
                <a:spcPts val="0"/>
              </a:spcAft>
              <a:buSzPts val="1200"/>
              <a:buNone/>
              <a:defRPr>
                <a:solidFill>
                  <a:schemeClr val="dk1"/>
                </a:solidFill>
              </a:defRPr>
            </a:lvl2pPr>
            <a:lvl3pPr lvl="2" algn="ctr">
              <a:lnSpc>
                <a:spcPct val="100000"/>
              </a:lnSpc>
              <a:spcBef>
                <a:spcPts val="240"/>
              </a:spcBef>
              <a:spcAft>
                <a:spcPts val="0"/>
              </a:spcAft>
              <a:buSzPts val="1200"/>
              <a:buNone/>
              <a:defRPr>
                <a:solidFill>
                  <a:schemeClr val="dk1"/>
                </a:solidFill>
              </a:defRPr>
            </a:lvl3pPr>
            <a:lvl4pPr lvl="3" algn="ctr">
              <a:lnSpc>
                <a:spcPct val="100000"/>
              </a:lnSpc>
              <a:spcBef>
                <a:spcPts val="240"/>
              </a:spcBef>
              <a:spcAft>
                <a:spcPts val="0"/>
              </a:spcAft>
              <a:buSzPts val="1200"/>
              <a:buNone/>
              <a:defRPr>
                <a:solidFill>
                  <a:schemeClr val="dk1"/>
                </a:solidFill>
              </a:defRPr>
            </a:lvl4pPr>
            <a:lvl5pPr lvl="4" algn="ctr">
              <a:lnSpc>
                <a:spcPct val="100000"/>
              </a:lnSpc>
              <a:spcBef>
                <a:spcPts val="240"/>
              </a:spcBef>
              <a:spcAft>
                <a:spcPts val="0"/>
              </a:spcAft>
              <a:buSzPts val="1200"/>
              <a:buNone/>
              <a:defRPr>
                <a:solidFill>
                  <a:schemeClr val="dk1"/>
                </a:solidFill>
              </a:defRPr>
            </a:lvl5pPr>
            <a:lvl6pPr lvl="5" algn="ctr">
              <a:lnSpc>
                <a:spcPct val="100000"/>
              </a:lnSpc>
              <a:spcBef>
                <a:spcPts val="400"/>
              </a:spcBef>
              <a:spcAft>
                <a:spcPts val="0"/>
              </a:spcAft>
              <a:buClr>
                <a:schemeClr val="dk1"/>
              </a:buClr>
              <a:buSzPts val="2000"/>
              <a:buNone/>
              <a:defRPr>
                <a:solidFill>
                  <a:schemeClr val="dk1"/>
                </a:solidFill>
              </a:defRPr>
            </a:lvl6pPr>
            <a:lvl7pPr lvl="6" algn="ctr">
              <a:lnSpc>
                <a:spcPct val="100000"/>
              </a:lnSpc>
              <a:spcBef>
                <a:spcPts val="400"/>
              </a:spcBef>
              <a:spcAft>
                <a:spcPts val="0"/>
              </a:spcAft>
              <a:buClr>
                <a:schemeClr val="dk1"/>
              </a:buClr>
              <a:buSzPts val="2000"/>
              <a:buNone/>
              <a:defRPr>
                <a:solidFill>
                  <a:schemeClr val="dk1"/>
                </a:solidFill>
              </a:defRPr>
            </a:lvl7pPr>
            <a:lvl8pPr lvl="7" algn="ctr">
              <a:lnSpc>
                <a:spcPct val="100000"/>
              </a:lnSpc>
              <a:spcBef>
                <a:spcPts val="400"/>
              </a:spcBef>
              <a:spcAft>
                <a:spcPts val="0"/>
              </a:spcAft>
              <a:buClr>
                <a:schemeClr val="dk1"/>
              </a:buClr>
              <a:buSzPts val="2000"/>
              <a:buNone/>
              <a:defRPr>
                <a:solidFill>
                  <a:schemeClr val="dk1"/>
                </a:solidFill>
              </a:defRPr>
            </a:lvl8pPr>
            <a:lvl9pPr lvl="8" algn="ctr">
              <a:lnSpc>
                <a:spcPct val="100000"/>
              </a:lnSpc>
              <a:spcBef>
                <a:spcPts val="400"/>
              </a:spcBef>
              <a:spcAft>
                <a:spcPts val="0"/>
              </a:spcAft>
              <a:buClr>
                <a:schemeClr val="dk1"/>
              </a:buClr>
              <a:buSzPts val="2000"/>
              <a:buNone/>
              <a:defRPr>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Title Slide">
  <p:cSld name="7_Title Slide">
    <p:bg>
      <p:bgPr>
        <a:solidFill>
          <a:schemeClr val="accent5"/>
        </a:solidFill>
      </p:bgPr>
    </p:bg>
    <p:spTree>
      <p:nvGrpSpPr>
        <p:cNvPr id="109" name="Shape 109"/>
        <p:cNvGrpSpPr/>
        <p:nvPr/>
      </p:nvGrpSpPr>
      <p:grpSpPr>
        <a:xfrm>
          <a:off x="0" y="0"/>
          <a:ext cx="0" cy="0"/>
          <a:chOff x="0" y="0"/>
          <a:chExt cx="0" cy="0"/>
        </a:xfrm>
      </p:grpSpPr>
      <p:sp>
        <p:nvSpPr>
          <p:cNvPr id="110" name="Google Shape;110;p122"/>
          <p:cNvSpPr txBox="1"/>
          <p:nvPr>
            <p:ph type="ctrTitle"/>
          </p:nvPr>
        </p:nvSpPr>
        <p:spPr>
          <a:xfrm>
            <a:off x="685800" y="1597820"/>
            <a:ext cx="7772400" cy="1102519"/>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2700"/>
              <a:buFont typeface="Open Sans Light"/>
              <a:buNone/>
              <a:defRPr sz="27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122"/>
          <p:cNvSpPr txBox="1"/>
          <p:nvPr>
            <p:ph idx="1" type="subTitle"/>
          </p:nvPr>
        </p:nvSpPr>
        <p:spPr>
          <a:xfrm>
            <a:off x="1371600" y="2914650"/>
            <a:ext cx="6400800" cy="1314450"/>
          </a:xfrm>
          <a:prstGeom prst="rect">
            <a:avLst/>
          </a:prstGeom>
          <a:noFill/>
          <a:ln>
            <a:noFill/>
          </a:ln>
        </p:spPr>
        <p:txBody>
          <a:bodyPr anchorCtr="0" anchor="t" bIns="0" lIns="0" spcFirstLastPara="1" rIns="0" wrap="square" tIns="0">
            <a:normAutofit/>
          </a:bodyPr>
          <a:lstStyle>
            <a:lvl1pPr lvl="0" algn="ctr">
              <a:lnSpc>
                <a:spcPct val="100000"/>
              </a:lnSpc>
              <a:spcBef>
                <a:spcPts val="300"/>
              </a:spcBef>
              <a:spcAft>
                <a:spcPts val="0"/>
              </a:spcAft>
              <a:buSzPts val="1500"/>
              <a:buNone/>
              <a:defRPr>
                <a:solidFill>
                  <a:schemeClr val="dk1"/>
                </a:solidFill>
              </a:defRPr>
            </a:lvl1pPr>
            <a:lvl2pPr lvl="1" algn="ctr">
              <a:lnSpc>
                <a:spcPct val="100000"/>
              </a:lnSpc>
              <a:spcBef>
                <a:spcPts val="240"/>
              </a:spcBef>
              <a:spcAft>
                <a:spcPts val="0"/>
              </a:spcAft>
              <a:buSzPts val="1200"/>
              <a:buNone/>
              <a:defRPr>
                <a:solidFill>
                  <a:schemeClr val="dk1"/>
                </a:solidFill>
              </a:defRPr>
            </a:lvl2pPr>
            <a:lvl3pPr lvl="2" algn="ctr">
              <a:lnSpc>
                <a:spcPct val="100000"/>
              </a:lnSpc>
              <a:spcBef>
                <a:spcPts val="240"/>
              </a:spcBef>
              <a:spcAft>
                <a:spcPts val="0"/>
              </a:spcAft>
              <a:buSzPts val="1200"/>
              <a:buNone/>
              <a:defRPr>
                <a:solidFill>
                  <a:schemeClr val="dk1"/>
                </a:solidFill>
              </a:defRPr>
            </a:lvl3pPr>
            <a:lvl4pPr lvl="3" algn="ctr">
              <a:lnSpc>
                <a:spcPct val="100000"/>
              </a:lnSpc>
              <a:spcBef>
                <a:spcPts val="240"/>
              </a:spcBef>
              <a:spcAft>
                <a:spcPts val="0"/>
              </a:spcAft>
              <a:buSzPts val="1200"/>
              <a:buNone/>
              <a:defRPr>
                <a:solidFill>
                  <a:schemeClr val="dk1"/>
                </a:solidFill>
              </a:defRPr>
            </a:lvl4pPr>
            <a:lvl5pPr lvl="4" algn="ctr">
              <a:lnSpc>
                <a:spcPct val="100000"/>
              </a:lnSpc>
              <a:spcBef>
                <a:spcPts val="240"/>
              </a:spcBef>
              <a:spcAft>
                <a:spcPts val="0"/>
              </a:spcAft>
              <a:buSzPts val="1200"/>
              <a:buNone/>
              <a:defRPr>
                <a:solidFill>
                  <a:schemeClr val="dk1"/>
                </a:solidFill>
              </a:defRPr>
            </a:lvl5pPr>
            <a:lvl6pPr lvl="5" algn="ctr">
              <a:lnSpc>
                <a:spcPct val="100000"/>
              </a:lnSpc>
              <a:spcBef>
                <a:spcPts val="400"/>
              </a:spcBef>
              <a:spcAft>
                <a:spcPts val="0"/>
              </a:spcAft>
              <a:buClr>
                <a:schemeClr val="dk1"/>
              </a:buClr>
              <a:buSzPts val="2000"/>
              <a:buNone/>
              <a:defRPr>
                <a:solidFill>
                  <a:schemeClr val="dk1"/>
                </a:solidFill>
              </a:defRPr>
            </a:lvl6pPr>
            <a:lvl7pPr lvl="6" algn="ctr">
              <a:lnSpc>
                <a:spcPct val="100000"/>
              </a:lnSpc>
              <a:spcBef>
                <a:spcPts val="400"/>
              </a:spcBef>
              <a:spcAft>
                <a:spcPts val="0"/>
              </a:spcAft>
              <a:buClr>
                <a:schemeClr val="dk1"/>
              </a:buClr>
              <a:buSzPts val="2000"/>
              <a:buNone/>
              <a:defRPr>
                <a:solidFill>
                  <a:schemeClr val="dk1"/>
                </a:solidFill>
              </a:defRPr>
            </a:lvl7pPr>
            <a:lvl8pPr lvl="7" algn="ctr">
              <a:lnSpc>
                <a:spcPct val="100000"/>
              </a:lnSpc>
              <a:spcBef>
                <a:spcPts val="400"/>
              </a:spcBef>
              <a:spcAft>
                <a:spcPts val="0"/>
              </a:spcAft>
              <a:buClr>
                <a:schemeClr val="dk1"/>
              </a:buClr>
              <a:buSzPts val="2000"/>
              <a:buNone/>
              <a:defRPr>
                <a:solidFill>
                  <a:schemeClr val="dk1"/>
                </a:solidFill>
              </a:defRPr>
            </a:lvl8pPr>
            <a:lvl9pPr lvl="8" algn="ctr">
              <a:lnSpc>
                <a:spcPct val="100000"/>
              </a:lnSpc>
              <a:spcBef>
                <a:spcPts val="400"/>
              </a:spcBef>
              <a:spcAft>
                <a:spcPts val="0"/>
              </a:spcAft>
              <a:buClr>
                <a:schemeClr val="dk1"/>
              </a:buClr>
              <a:buSzPts val="2000"/>
              <a:buNone/>
              <a:defRPr>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Slide">
  <p:cSld name="8_Title Slide">
    <p:bg>
      <p:bgPr>
        <a:solidFill>
          <a:schemeClr val="accent6"/>
        </a:solidFill>
      </p:bgPr>
    </p:bg>
    <p:spTree>
      <p:nvGrpSpPr>
        <p:cNvPr id="112" name="Shape 112"/>
        <p:cNvGrpSpPr/>
        <p:nvPr/>
      </p:nvGrpSpPr>
      <p:grpSpPr>
        <a:xfrm>
          <a:off x="0" y="0"/>
          <a:ext cx="0" cy="0"/>
          <a:chOff x="0" y="0"/>
          <a:chExt cx="0" cy="0"/>
        </a:xfrm>
      </p:grpSpPr>
      <p:sp>
        <p:nvSpPr>
          <p:cNvPr id="113" name="Google Shape;113;p123"/>
          <p:cNvSpPr txBox="1"/>
          <p:nvPr>
            <p:ph type="ctrTitle"/>
          </p:nvPr>
        </p:nvSpPr>
        <p:spPr>
          <a:xfrm>
            <a:off x="685800" y="1597820"/>
            <a:ext cx="7772400" cy="1102519"/>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2700"/>
              <a:buFont typeface="Open Sans Light"/>
              <a:buNone/>
              <a:defRPr sz="27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123"/>
          <p:cNvSpPr txBox="1"/>
          <p:nvPr>
            <p:ph idx="1" type="subTitle"/>
          </p:nvPr>
        </p:nvSpPr>
        <p:spPr>
          <a:xfrm>
            <a:off x="1371600" y="2914650"/>
            <a:ext cx="6400800" cy="1314450"/>
          </a:xfrm>
          <a:prstGeom prst="rect">
            <a:avLst/>
          </a:prstGeom>
          <a:noFill/>
          <a:ln>
            <a:noFill/>
          </a:ln>
        </p:spPr>
        <p:txBody>
          <a:bodyPr anchorCtr="0" anchor="t" bIns="0" lIns="0" spcFirstLastPara="1" rIns="0" wrap="square" tIns="0">
            <a:normAutofit/>
          </a:bodyPr>
          <a:lstStyle>
            <a:lvl1pPr lvl="0" algn="ctr">
              <a:lnSpc>
                <a:spcPct val="100000"/>
              </a:lnSpc>
              <a:spcBef>
                <a:spcPts val="300"/>
              </a:spcBef>
              <a:spcAft>
                <a:spcPts val="0"/>
              </a:spcAft>
              <a:buSzPts val="1500"/>
              <a:buNone/>
              <a:defRPr>
                <a:solidFill>
                  <a:schemeClr val="dk1"/>
                </a:solidFill>
              </a:defRPr>
            </a:lvl1pPr>
            <a:lvl2pPr lvl="1" algn="ctr">
              <a:lnSpc>
                <a:spcPct val="100000"/>
              </a:lnSpc>
              <a:spcBef>
                <a:spcPts val="240"/>
              </a:spcBef>
              <a:spcAft>
                <a:spcPts val="0"/>
              </a:spcAft>
              <a:buSzPts val="1200"/>
              <a:buNone/>
              <a:defRPr>
                <a:solidFill>
                  <a:schemeClr val="dk1"/>
                </a:solidFill>
              </a:defRPr>
            </a:lvl2pPr>
            <a:lvl3pPr lvl="2" algn="ctr">
              <a:lnSpc>
                <a:spcPct val="100000"/>
              </a:lnSpc>
              <a:spcBef>
                <a:spcPts val="240"/>
              </a:spcBef>
              <a:spcAft>
                <a:spcPts val="0"/>
              </a:spcAft>
              <a:buSzPts val="1200"/>
              <a:buNone/>
              <a:defRPr>
                <a:solidFill>
                  <a:schemeClr val="dk1"/>
                </a:solidFill>
              </a:defRPr>
            </a:lvl3pPr>
            <a:lvl4pPr lvl="3" algn="ctr">
              <a:lnSpc>
                <a:spcPct val="100000"/>
              </a:lnSpc>
              <a:spcBef>
                <a:spcPts val="240"/>
              </a:spcBef>
              <a:spcAft>
                <a:spcPts val="0"/>
              </a:spcAft>
              <a:buSzPts val="1200"/>
              <a:buNone/>
              <a:defRPr>
                <a:solidFill>
                  <a:schemeClr val="dk1"/>
                </a:solidFill>
              </a:defRPr>
            </a:lvl4pPr>
            <a:lvl5pPr lvl="4" algn="ctr">
              <a:lnSpc>
                <a:spcPct val="100000"/>
              </a:lnSpc>
              <a:spcBef>
                <a:spcPts val="240"/>
              </a:spcBef>
              <a:spcAft>
                <a:spcPts val="0"/>
              </a:spcAft>
              <a:buSzPts val="1200"/>
              <a:buNone/>
              <a:defRPr>
                <a:solidFill>
                  <a:schemeClr val="dk1"/>
                </a:solidFill>
              </a:defRPr>
            </a:lvl5pPr>
            <a:lvl6pPr lvl="5" algn="ctr">
              <a:lnSpc>
                <a:spcPct val="100000"/>
              </a:lnSpc>
              <a:spcBef>
                <a:spcPts val="400"/>
              </a:spcBef>
              <a:spcAft>
                <a:spcPts val="0"/>
              </a:spcAft>
              <a:buClr>
                <a:schemeClr val="dk1"/>
              </a:buClr>
              <a:buSzPts val="2000"/>
              <a:buNone/>
              <a:defRPr>
                <a:solidFill>
                  <a:schemeClr val="dk1"/>
                </a:solidFill>
              </a:defRPr>
            </a:lvl6pPr>
            <a:lvl7pPr lvl="6" algn="ctr">
              <a:lnSpc>
                <a:spcPct val="100000"/>
              </a:lnSpc>
              <a:spcBef>
                <a:spcPts val="400"/>
              </a:spcBef>
              <a:spcAft>
                <a:spcPts val="0"/>
              </a:spcAft>
              <a:buClr>
                <a:schemeClr val="dk1"/>
              </a:buClr>
              <a:buSzPts val="2000"/>
              <a:buNone/>
              <a:defRPr>
                <a:solidFill>
                  <a:schemeClr val="dk1"/>
                </a:solidFill>
              </a:defRPr>
            </a:lvl7pPr>
            <a:lvl8pPr lvl="7" algn="ctr">
              <a:lnSpc>
                <a:spcPct val="100000"/>
              </a:lnSpc>
              <a:spcBef>
                <a:spcPts val="400"/>
              </a:spcBef>
              <a:spcAft>
                <a:spcPts val="0"/>
              </a:spcAft>
              <a:buClr>
                <a:schemeClr val="dk1"/>
              </a:buClr>
              <a:buSzPts val="2000"/>
              <a:buNone/>
              <a:defRPr>
                <a:solidFill>
                  <a:schemeClr val="dk1"/>
                </a:solidFill>
              </a:defRPr>
            </a:lvl8pPr>
            <a:lvl9pPr lvl="8" algn="ctr">
              <a:lnSpc>
                <a:spcPct val="100000"/>
              </a:lnSpc>
              <a:spcBef>
                <a:spcPts val="400"/>
              </a:spcBef>
              <a:spcAft>
                <a:spcPts val="0"/>
              </a:spcAft>
              <a:buClr>
                <a:schemeClr val="dk1"/>
              </a:buClr>
              <a:buSzPts val="2000"/>
              <a:buNone/>
              <a:defRPr>
                <a:solidFill>
                  <a:schemeClr val="dk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Title Slide">
  <p:cSld name="9_Title Slide">
    <p:bg>
      <p:bgPr>
        <a:solidFill>
          <a:schemeClr val="lt2"/>
        </a:solidFill>
      </p:bgPr>
    </p:bg>
    <p:spTree>
      <p:nvGrpSpPr>
        <p:cNvPr id="115" name="Shape 115"/>
        <p:cNvGrpSpPr/>
        <p:nvPr/>
      </p:nvGrpSpPr>
      <p:grpSpPr>
        <a:xfrm>
          <a:off x="0" y="0"/>
          <a:ext cx="0" cy="0"/>
          <a:chOff x="0" y="0"/>
          <a:chExt cx="0" cy="0"/>
        </a:xfrm>
      </p:grpSpPr>
      <p:sp>
        <p:nvSpPr>
          <p:cNvPr id="116" name="Google Shape;116;p124"/>
          <p:cNvSpPr txBox="1"/>
          <p:nvPr>
            <p:ph type="ctrTitle"/>
          </p:nvPr>
        </p:nvSpPr>
        <p:spPr>
          <a:xfrm>
            <a:off x="685800" y="1597820"/>
            <a:ext cx="7772400" cy="1102519"/>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2700"/>
              <a:buFont typeface="Open Sans Light"/>
              <a:buNone/>
              <a:defRPr sz="27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124"/>
          <p:cNvSpPr txBox="1"/>
          <p:nvPr>
            <p:ph idx="1" type="subTitle"/>
          </p:nvPr>
        </p:nvSpPr>
        <p:spPr>
          <a:xfrm>
            <a:off x="1371600" y="2914650"/>
            <a:ext cx="6400800" cy="1314450"/>
          </a:xfrm>
          <a:prstGeom prst="rect">
            <a:avLst/>
          </a:prstGeom>
          <a:noFill/>
          <a:ln>
            <a:noFill/>
          </a:ln>
        </p:spPr>
        <p:txBody>
          <a:bodyPr anchorCtr="0" anchor="t" bIns="0" lIns="0" spcFirstLastPara="1" rIns="0" wrap="square" tIns="0">
            <a:normAutofit/>
          </a:bodyPr>
          <a:lstStyle>
            <a:lvl1pPr lvl="0" algn="ctr">
              <a:lnSpc>
                <a:spcPct val="100000"/>
              </a:lnSpc>
              <a:spcBef>
                <a:spcPts val="300"/>
              </a:spcBef>
              <a:spcAft>
                <a:spcPts val="0"/>
              </a:spcAft>
              <a:buSzPts val="1500"/>
              <a:buNone/>
              <a:defRPr>
                <a:solidFill>
                  <a:schemeClr val="dk1"/>
                </a:solidFill>
              </a:defRPr>
            </a:lvl1pPr>
            <a:lvl2pPr lvl="1" algn="ctr">
              <a:lnSpc>
                <a:spcPct val="100000"/>
              </a:lnSpc>
              <a:spcBef>
                <a:spcPts val="240"/>
              </a:spcBef>
              <a:spcAft>
                <a:spcPts val="0"/>
              </a:spcAft>
              <a:buSzPts val="1200"/>
              <a:buNone/>
              <a:defRPr>
                <a:solidFill>
                  <a:schemeClr val="dk1"/>
                </a:solidFill>
              </a:defRPr>
            </a:lvl2pPr>
            <a:lvl3pPr lvl="2" algn="ctr">
              <a:lnSpc>
                <a:spcPct val="100000"/>
              </a:lnSpc>
              <a:spcBef>
                <a:spcPts val="240"/>
              </a:spcBef>
              <a:spcAft>
                <a:spcPts val="0"/>
              </a:spcAft>
              <a:buSzPts val="1200"/>
              <a:buNone/>
              <a:defRPr>
                <a:solidFill>
                  <a:schemeClr val="dk1"/>
                </a:solidFill>
              </a:defRPr>
            </a:lvl3pPr>
            <a:lvl4pPr lvl="3" algn="ctr">
              <a:lnSpc>
                <a:spcPct val="100000"/>
              </a:lnSpc>
              <a:spcBef>
                <a:spcPts val="240"/>
              </a:spcBef>
              <a:spcAft>
                <a:spcPts val="0"/>
              </a:spcAft>
              <a:buSzPts val="1200"/>
              <a:buNone/>
              <a:defRPr>
                <a:solidFill>
                  <a:schemeClr val="dk1"/>
                </a:solidFill>
              </a:defRPr>
            </a:lvl4pPr>
            <a:lvl5pPr lvl="4" algn="ctr">
              <a:lnSpc>
                <a:spcPct val="100000"/>
              </a:lnSpc>
              <a:spcBef>
                <a:spcPts val="240"/>
              </a:spcBef>
              <a:spcAft>
                <a:spcPts val="0"/>
              </a:spcAft>
              <a:buSzPts val="1200"/>
              <a:buNone/>
              <a:defRPr>
                <a:solidFill>
                  <a:schemeClr val="dk1"/>
                </a:solidFill>
              </a:defRPr>
            </a:lvl5pPr>
            <a:lvl6pPr lvl="5" algn="ctr">
              <a:lnSpc>
                <a:spcPct val="100000"/>
              </a:lnSpc>
              <a:spcBef>
                <a:spcPts val="400"/>
              </a:spcBef>
              <a:spcAft>
                <a:spcPts val="0"/>
              </a:spcAft>
              <a:buClr>
                <a:schemeClr val="dk1"/>
              </a:buClr>
              <a:buSzPts val="2000"/>
              <a:buNone/>
              <a:defRPr>
                <a:solidFill>
                  <a:schemeClr val="dk1"/>
                </a:solidFill>
              </a:defRPr>
            </a:lvl6pPr>
            <a:lvl7pPr lvl="6" algn="ctr">
              <a:lnSpc>
                <a:spcPct val="100000"/>
              </a:lnSpc>
              <a:spcBef>
                <a:spcPts val="400"/>
              </a:spcBef>
              <a:spcAft>
                <a:spcPts val="0"/>
              </a:spcAft>
              <a:buClr>
                <a:schemeClr val="dk1"/>
              </a:buClr>
              <a:buSzPts val="2000"/>
              <a:buNone/>
              <a:defRPr>
                <a:solidFill>
                  <a:schemeClr val="dk1"/>
                </a:solidFill>
              </a:defRPr>
            </a:lvl7pPr>
            <a:lvl8pPr lvl="7" algn="ctr">
              <a:lnSpc>
                <a:spcPct val="100000"/>
              </a:lnSpc>
              <a:spcBef>
                <a:spcPts val="400"/>
              </a:spcBef>
              <a:spcAft>
                <a:spcPts val="0"/>
              </a:spcAft>
              <a:buClr>
                <a:schemeClr val="dk1"/>
              </a:buClr>
              <a:buSzPts val="2000"/>
              <a:buNone/>
              <a:defRPr>
                <a:solidFill>
                  <a:schemeClr val="dk1"/>
                </a:solidFill>
              </a:defRPr>
            </a:lvl8pPr>
            <a:lvl9pPr lvl="8" algn="ctr">
              <a:lnSpc>
                <a:spcPct val="100000"/>
              </a:lnSpc>
              <a:spcBef>
                <a:spcPts val="400"/>
              </a:spcBef>
              <a:spcAft>
                <a:spcPts val="0"/>
              </a:spcAft>
              <a:buClr>
                <a:schemeClr val="dk1"/>
              </a:buClr>
              <a:buSzPts val="2000"/>
              <a:buNone/>
              <a:defRPr>
                <a:solidFill>
                  <a:schemeClr val="dk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Title Slide">
  <p:cSld name="10_Title Slide">
    <p:bg>
      <p:bgPr>
        <a:solidFill>
          <a:schemeClr val="dk2"/>
        </a:solidFill>
      </p:bgPr>
    </p:bg>
    <p:spTree>
      <p:nvGrpSpPr>
        <p:cNvPr id="118" name="Shape 118"/>
        <p:cNvGrpSpPr/>
        <p:nvPr/>
      </p:nvGrpSpPr>
      <p:grpSpPr>
        <a:xfrm>
          <a:off x="0" y="0"/>
          <a:ext cx="0" cy="0"/>
          <a:chOff x="0" y="0"/>
          <a:chExt cx="0" cy="0"/>
        </a:xfrm>
      </p:grpSpPr>
      <p:sp>
        <p:nvSpPr>
          <p:cNvPr id="119" name="Google Shape;119;p125"/>
          <p:cNvSpPr txBox="1"/>
          <p:nvPr>
            <p:ph type="ctrTitle"/>
          </p:nvPr>
        </p:nvSpPr>
        <p:spPr>
          <a:xfrm>
            <a:off x="685800" y="1597820"/>
            <a:ext cx="7772400" cy="1102519"/>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2700"/>
              <a:buFont typeface="Open Sans Light"/>
              <a:buNone/>
              <a:defRPr sz="27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125"/>
          <p:cNvSpPr txBox="1"/>
          <p:nvPr>
            <p:ph idx="1" type="subTitle"/>
          </p:nvPr>
        </p:nvSpPr>
        <p:spPr>
          <a:xfrm>
            <a:off x="1371600" y="2914650"/>
            <a:ext cx="6400800" cy="1314450"/>
          </a:xfrm>
          <a:prstGeom prst="rect">
            <a:avLst/>
          </a:prstGeom>
          <a:noFill/>
          <a:ln>
            <a:noFill/>
          </a:ln>
        </p:spPr>
        <p:txBody>
          <a:bodyPr anchorCtr="0" anchor="t" bIns="0" lIns="0" spcFirstLastPara="1" rIns="0" wrap="square" tIns="0">
            <a:normAutofit/>
          </a:bodyPr>
          <a:lstStyle>
            <a:lvl1pPr lvl="0" algn="ctr">
              <a:lnSpc>
                <a:spcPct val="100000"/>
              </a:lnSpc>
              <a:spcBef>
                <a:spcPts val="300"/>
              </a:spcBef>
              <a:spcAft>
                <a:spcPts val="0"/>
              </a:spcAft>
              <a:buSzPts val="1500"/>
              <a:buNone/>
              <a:defRPr>
                <a:solidFill>
                  <a:schemeClr val="dk1"/>
                </a:solidFill>
              </a:defRPr>
            </a:lvl1pPr>
            <a:lvl2pPr lvl="1" algn="ctr">
              <a:lnSpc>
                <a:spcPct val="100000"/>
              </a:lnSpc>
              <a:spcBef>
                <a:spcPts val="240"/>
              </a:spcBef>
              <a:spcAft>
                <a:spcPts val="0"/>
              </a:spcAft>
              <a:buSzPts val="1200"/>
              <a:buNone/>
              <a:defRPr>
                <a:solidFill>
                  <a:schemeClr val="dk1"/>
                </a:solidFill>
              </a:defRPr>
            </a:lvl2pPr>
            <a:lvl3pPr lvl="2" algn="ctr">
              <a:lnSpc>
                <a:spcPct val="100000"/>
              </a:lnSpc>
              <a:spcBef>
                <a:spcPts val="240"/>
              </a:spcBef>
              <a:spcAft>
                <a:spcPts val="0"/>
              </a:spcAft>
              <a:buSzPts val="1200"/>
              <a:buNone/>
              <a:defRPr>
                <a:solidFill>
                  <a:schemeClr val="dk1"/>
                </a:solidFill>
              </a:defRPr>
            </a:lvl3pPr>
            <a:lvl4pPr lvl="3" algn="ctr">
              <a:lnSpc>
                <a:spcPct val="100000"/>
              </a:lnSpc>
              <a:spcBef>
                <a:spcPts val="240"/>
              </a:spcBef>
              <a:spcAft>
                <a:spcPts val="0"/>
              </a:spcAft>
              <a:buSzPts val="1200"/>
              <a:buNone/>
              <a:defRPr>
                <a:solidFill>
                  <a:schemeClr val="dk1"/>
                </a:solidFill>
              </a:defRPr>
            </a:lvl4pPr>
            <a:lvl5pPr lvl="4" algn="ctr">
              <a:lnSpc>
                <a:spcPct val="100000"/>
              </a:lnSpc>
              <a:spcBef>
                <a:spcPts val="240"/>
              </a:spcBef>
              <a:spcAft>
                <a:spcPts val="0"/>
              </a:spcAft>
              <a:buSzPts val="1200"/>
              <a:buNone/>
              <a:defRPr>
                <a:solidFill>
                  <a:schemeClr val="dk1"/>
                </a:solidFill>
              </a:defRPr>
            </a:lvl5pPr>
            <a:lvl6pPr lvl="5" algn="ctr">
              <a:lnSpc>
                <a:spcPct val="100000"/>
              </a:lnSpc>
              <a:spcBef>
                <a:spcPts val="400"/>
              </a:spcBef>
              <a:spcAft>
                <a:spcPts val="0"/>
              </a:spcAft>
              <a:buClr>
                <a:schemeClr val="dk1"/>
              </a:buClr>
              <a:buSzPts val="2000"/>
              <a:buNone/>
              <a:defRPr>
                <a:solidFill>
                  <a:schemeClr val="dk1"/>
                </a:solidFill>
              </a:defRPr>
            </a:lvl6pPr>
            <a:lvl7pPr lvl="6" algn="ctr">
              <a:lnSpc>
                <a:spcPct val="100000"/>
              </a:lnSpc>
              <a:spcBef>
                <a:spcPts val="400"/>
              </a:spcBef>
              <a:spcAft>
                <a:spcPts val="0"/>
              </a:spcAft>
              <a:buClr>
                <a:schemeClr val="dk1"/>
              </a:buClr>
              <a:buSzPts val="2000"/>
              <a:buNone/>
              <a:defRPr>
                <a:solidFill>
                  <a:schemeClr val="dk1"/>
                </a:solidFill>
              </a:defRPr>
            </a:lvl7pPr>
            <a:lvl8pPr lvl="7" algn="ctr">
              <a:lnSpc>
                <a:spcPct val="100000"/>
              </a:lnSpc>
              <a:spcBef>
                <a:spcPts val="400"/>
              </a:spcBef>
              <a:spcAft>
                <a:spcPts val="0"/>
              </a:spcAft>
              <a:buClr>
                <a:schemeClr val="dk1"/>
              </a:buClr>
              <a:buSzPts val="2000"/>
              <a:buNone/>
              <a:defRPr>
                <a:solidFill>
                  <a:schemeClr val="dk1"/>
                </a:solidFill>
              </a:defRPr>
            </a:lvl8pPr>
            <a:lvl9pPr lvl="8" algn="ctr">
              <a:lnSpc>
                <a:spcPct val="100000"/>
              </a:lnSpc>
              <a:spcBef>
                <a:spcPts val="400"/>
              </a:spcBef>
              <a:spcAft>
                <a:spcPts val="0"/>
              </a:spcAft>
              <a:buClr>
                <a:schemeClr val="dk1"/>
              </a:buClr>
              <a:buSzPts val="2000"/>
              <a:buNone/>
              <a:defRPr>
                <a:solidFill>
                  <a:schemeClr val="dk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bg>
      <p:bgPr>
        <a:solidFill>
          <a:schemeClr val="accent1"/>
        </a:solidFill>
      </p:bgPr>
    </p:bg>
    <p:spTree>
      <p:nvGrpSpPr>
        <p:cNvPr id="121" name="Shape 121"/>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p:cSld name="3_Title Slide">
    <p:bg>
      <p:bgPr>
        <a:solidFill>
          <a:schemeClr val="accent2"/>
        </a:solidFill>
      </p:bgPr>
    </p:bg>
    <p:spTree>
      <p:nvGrpSpPr>
        <p:cNvPr id="122" name="Shape 122"/>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Title Slide">
  <p:cSld name="11_Title Slide">
    <p:bg>
      <p:bgPr>
        <a:solidFill>
          <a:schemeClr val="accent3"/>
        </a:solidFill>
      </p:bgPr>
    </p:bg>
    <p:spTree>
      <p:nvGrpSpPr>
        <p:cNvPr id="123" name="Shape 123"/>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Title Slide">
  <p:cSld name="12_Title Slide">
    <p:bg>
      <p:bgPr>
        <a:solidFill>
          <a:schemeClr val="accent4"/>
        </a:solidFill>
      </p:bgPr>
    </p:bg>
    <p:spTree>
      <p:nvGrpSpPr>
        <p:cNvPr id="124" name="Shape 124"/>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Title Slide">
  <p:cSld name="13_Title Slide">
    <p:bg>
      <p:bgPr>
        <a:solidFill>
          <a:schemeClr val="accent5"/>
        </a:solidFill>
      </p:bgPr>
    </p:bg>
    <p:spTree>
      <p:nvGrpSpPr>
        <p:cNvPr id="125" name="Shape 125"/>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Title Slide">
  <p:cSld name="14_Title Slide">
    <p:bg>
      <p:bgPr>
        <a:solidFill>
          <a:schemeClr val="accent6"/>
        </a:solidFill>
      </p:bgPr>
    </p:bg>
    <p:spTree>
      <p:nvGrpSpPr>
        <p:cNvPr id="126" name="Shape 126"/>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Title Slide">
  <p:cSld name="16_Title Slide">
    <p:bg>
      <p:bgPr>
        <a:solidFill>
          <a:schemeClr val="lt2"/>
        </a:solidFill>
      </p:bgPr>
    </p:bg>
    <p:spTree>
      <p:nvGrpSpPr>
        <p:cNvPr id="127" name="Shape 127"/>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Title Slide">
  <p:cSld name="15_Title Slide">
    <p:bg>
      <p:bgPr>
        <a:solidFill>
          <a:schemeClr val="dk2"/>
        </a:solidFill>
      </p:bgPr>
    </p:bg>
    <p:spTree>
      <p:nvGrpSpPr>
        <p:cNvPr id="128" name="Shape 128"/>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29" name="Shape 129"/>
        <p:cNvGrpSpPr/>
        <p:nvPr/>
      </p:nvGrpSpPr>
      <p:grpSpPr>
        <a:xfrm>
          <a:off x="0" y="0"/>
          <a:ext cx="0" cy="0"/>
          <a:chOff x="0" y="0"/>
          <a:chExt cx="0" cy="0"/>
        </a:xfrm>
      </p:grpSpPr>
      <p:sp>
        <p:nvSpPr>
          <p:cNvPr id="130" name="Google Shape;130;p134"/>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134"/>
          <p:cNvSpPr txBox="1"/>
          <p:nvPr>
            <p:ph idx="1" type="body"/>
          </p:nvPr>
        </p:nvSpPr>
        <p:spPr>
          <a:xfrm>
            <a:off x="685800" y="914401"/>
            <a:ext cx="7772400" cy="3470672"/>
          </a:xfrm>
          <a:prstGeom prst="rect">
            <a:avLst/>
          </a:prstGeom>
          <a:noFill/>
          <a:ln>
            <a:noFill/>
          </a:ln>
        </p:spPr>
        <p:txBody>
          <a:bodyPr anchorCtr="0" anchor="t" bIns="0" lIns="0" spcFirstLastPara="1" rIns="0" wrap="square" tIns="0">
            <a:normAutofit/>
          </a:bodyPr>
          <a:lstStyle>
            <a:lvl1pPr indent="-323850" lvl="0" marL="457200" algn="l">
              <a:lnSpc>
                <a:spcPct val="100000"/>
              </a:lnSpc>
              <a:spcBef>
                <a:spcPts val="900"/>
              </a:spcBef>
              <a:spcAft>
                <a:spcPts val="0"/>
              </a:spcAft>
              <a:buSzPts val="1500"/>
              <a:buChar char="•"/>
              <a:defRPr/>
            </a:lvl1pPr>
            <a:lvl2pPr indent="-304800" lvl="1" marL="914400" algn="l">
              <a:lnSpc>
                <a:spcPct val="100000"/>
              </a:lnSpc>
              <a:spcBef>
                <a:spcPts val="900"/>
              </a:spcBef>
              <a:spcAft>
                <a:spcPts val="0"/>
              </a:spcAft>
              <a:buSzPts val="1200"/>
              <a:buChar char="–"/>
              <a:defRPr/>
            </a:lvl2pPr>
            <a:lvl3pPr indent="-304800" lvl="2" marL="1371600" algn="l">
              <a:lnSpc>
                <a:spcPct val="100000"/>
              </a:lnSpc>
              <a:spcBef>
                <a:spcPts val="900"/>
              </a:spcBef>
              <a:spcAft>
                <a:spcPts val="0"/>
              </a:spcAft>
              <a:buSzPts val="1200"/>
              <a:buChar char="•"/>
              <a:defRPr/>
            </a:lvl3pPr>
            <a:lvl4pPr indent="-304800" lvl="3" marL="1828800" algn="l">
              <a:lnSpc>
                <a:spcPct val="100000"/>
              </a:lnSpc>
              <a:spcBef>
                <a:spcPts val="900"/>
              </a:spcBef>
              <a:spcAft>
                <a:spcPts val="0"/>
              </a:spcAft>
              <a:buSzPts val="1200"/>
              <a:buChar char="–"/>
              <a:defRPr/>
            </a:lvl4pPr>
            <a:lvl5pPr indent="-304800" lvl="4" marL="2286000" algn="l">
              <a:lnSpc>
                <a:spcPct val="100000"/>
              </a:lnSpc>
              <a:spcBef>
                <a:spcPts val="900"/>
              </a:spcBef>
              <a:spcAft>
                <a:spcPts val="0"/>
              </a:spcAft>
              <a:buSzPts val="12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ubtitle and Content">
  <p:cSld name="1_Title Subtitle and Content">
    <p:spTree>
      <p:nvGrpSpPr>
        <p:cNvPr id="132" name="Shape 132"/>
        <p:cNvGrpSpPr/>
        <p:nvPr/>
      </p:nvGrpSpPr>
      <p:grpSpPr>
        <a:xfrm>
          <a:off x="0" y="0"/>
          <a:ext cx="0" cy="0"/>
          <a:chOff x="0" y="0"/>
          <a:chExt cx="0" cy="0"/>
        </a:xfrm>
      </p:grpSpPr>
      <p:sp>
        <p:nvSpPr>
          <p:cNvPr id="133" name="Google Shape;133;p135"/>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135"/>
          <p:cNvSpPr txBox="1"/>
          <p:nvPr>
            <p:ph idx="1" type="body"/>
          </p:nvPr>
        </p:nvSpPr>
        <p:spPr>
          <a:xfrm>
            <a:off x="685800" y="1089316"/>
            <a:ext cx="7772400" cy="3470672"/>
          </a:xfrm>
          <a:prstGeom prst="rect">
            <a:avLst/>
          </a:prstGeom>
          <a:noFill/>
          <a:ln>
            <a:noFill/>
          </a:ln>
        </p:spPr>
        <p:txBody>
          <a:bodyPr anchorCtr="0" anchor="t" bIns="0" lIns="0" spcFirstLastPara="1" rIns="0" wrap="square" tIns="0">
            <a:normAutofit/>
          </a:bodyPr>
          <a:lstStyle>
            <a:lvl1pPr indent="-323850" lvl="0" marL="457200" algn="l">
              <a:lnSpc>
                <a:spcPct val="100000"/>
              </a:lnSpc>
              <a:spcBef>
                <a:spcPts val="900"/>
              </a:spcBef>
              <a:spcAft>
                <a:spcPts val="0"/>
              </a:spcAft>
              <a:buSzPts val="1500"/>
              <a:buChar char="•"/>
              <a:defRPr/>
            </a:lvl1pPr>
            <a:lvl2pPr indent="-304800" lvl="1" marL="914400" algn="l">
              <a:lnSpc>
                <a:spcPct val="100000"/>
              </a:lnSpc>
              <a:spcBef>
                <a:spcPts val="900"/>
              </a:spcBef>
              <a:spcAft>
                <a:spcPts val="0"/>
              </a:spcAft>
              <a:buSzPts val="1200"/>
              <a:buChar char="–"/>
              <a:defRPr/>
            </a:lvl2pPr>
            <a:lvl3pPr indent="-304800" lvl="2" marL="1371600" algn="l">
              <a:lnSpc>
                <a:spcPct val="100000"/>
              </a:lnSpc>
              <a:spcBef>
                <a:spcPts val="900"/>
              </a:spcBef>
              <a:spcAft>
                <a:spcPts val="0"/>
              </a:spcAft>
              <a:buSzPts val="1200"/>
              <a:buChar char="•"/>
              <a:defRPr/>
            </a:lvl3pPr>
            <a:lvl4pPr indent="-304800" lvl="3" marL="1828800" algn="l">
              <a:lnSpc>
                <a:spcPct val="100000"/>
              </a:lnSpc>
              <a:spcBef>
                <a:spcPts val="900"/>
              </a:spcBef>
              <a:spcAft>
                <a:spcPts val="0"/>
              </a:spcAft>
              <a:buSzPts val="1200"/>
              <a:buChar char="–"/>
              <a:defRPr/>
            </a:lvl4pPr>
            <a:lvl5pPr indent="-304800" lvl="4" marL="2286000" algn="l">
              <a:lnSpc>
                <a:spcPct val="100000"/>
              </a:lnSpc>
              <a:spcBef>
                <a:spcPts val="900"/>
              </a:spcBef>
              <a:spcAft>
                <a:spcPts val="0"/>
              </a:spcAft>
              <a:buSzPts val="12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5" name="Google Shape;135;p135"/>
          <p:cNvSpPr txBox="1"/>
          <p:nvPr>
            <p:ph idx="2" type="body"/>
          </p:nvPr>
        </p:nvSpPr>
        <p:spPr>
          <a:xfrm>
            <a:off x="685800" y="700088"/>
            <a:ext cx="7772400" cy="304800"/>
          </a:xfrm>
          <a:prstGeom prst="rect">
            <a:avLst/>
          </a:prstGeom>
          <a:noFill/>
          <a:ln>
            <a:noFill/>
          </a:ln>
        </p:spPr>
        <p:txBody>
          <a:bodyPr anchorCtr="0" anchor="t" bIns="0" lIns="0" spcFirstLastPara="1" rIns="0" wrap="square" tIns="0">
            <a:normAutofit/>
          </a:bodyPr>
          <a:lstStyle>
            <a:lvl1pPr indent="-228600" lvl="0" marL="457200" algn="ctr">
              <a:lnSpc>
                <a:spcPct val="86000"/>
              </a:lnSpc>
              <a:spcBef>
                <a:spcPts val="0"/>
              </a:spcBef>
              <a:spcAft>
                <a:spcPts val="0"/>
              </a:spcAft>
              <a:buSzPts val="1350"/>
              <a:buNone/>
              <a:defRPr sz="1350"/>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text no subtitle">
  <p:cSld name="Two column text no subtitle">
    <p:spTree>
      <p:nvGrpSpPr>
        <p:cNvPr id="136" name="Shape 136"/>
        <p:cNvGrpSpPr/>
        <p:nvPr/>
      </p:nvGrpSpPr>
      <p:grpSpPr>
        <a:xfrm>
          <a:off x="0" y="0"/>
          <a:ext cx="0" cy="0"/>
          <a:chOff x="0" y="0"/>
          <a:chExt cx="0" cy="0"/>
        </a:xfrm>
      </p:grpSpPr>
      <p:sp>
        <p:nvSpPr>
          <p:cNvPr id="137" name="Google Shape;137;p136"/>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136"/>
          <p:cNvSpPr txBox="1"/>
          <p:nvPr>
            <p:ph idx="1" type="body"/>
          </p:nvPr>
        </p:nvSpPr>
        <p:spPr>
          <a:xfrm>
            <a:off x="685800" y="914401"/>
            <a:ext cx="7772400" cy="3470672"/>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SzPts val="1200"/>
              <a:buNone/>
              <a:defRPr sz="1200"/>
            </a:lvl1pPr>
            <a:lvl2pPr indent="-304800" lvl="1" marL="914400" algn="l">
              <a:lnSpc>
                <a:spcPct val="100000"/>
              </a:lnSpc>
              <a:spcBef>
                <a:spcPts val="900"/>
              </a:spcBef>
              <a:spcAft>
                <a:spcPts val="0"/>
              </a:spcAft>
              <a:buSzPts val="1200"/>
              <a:buFont typeface="Arial"/>
              <a:buChar char="•"/>
              <a:defRPr sz="1200"/>
            </a:lvl2pPr>
            <a:lvl3pPr indent="-304800" lvl="2" marL="1371600" algn="l">
              <a:lnSpc>
                <a:spcPct val="100000"/>
              </a:lnSpc>
              <a:spcBef>
                <a:spcPts val="900"/>
              </a:spcBef>
              <a:spcAft>
                <a:spcPts val="0"/>
              </a:spcAft>
              <a:buSzPts val="1200"/>
              <a:buFont typeface="Open Sans Light"/>
              <a:buChar char="–"/>
              <a:defRPr sz="1200"/>
            </a:lvl3pPr>
            <a:lvl4pPr indent="-304800" lvl="3" marL="1828800" algn="l">
              <a:lnSpc>
                <a:spcPct val="100000"/>
              </a:lnSpc>
              <a:spcBef>
                <a:spcPts val="900"/>
              </a:spcBef>
              <a:spcAft>
                <a:spcPts val="0"/>
              </a:spcAft>
              <a:buSzPts val="1200"/>
              <a:buFont typeface="Arial"/>
              <a:buChar char="•"/>
              <a:defRPr sz="1200"/>
            </a:lvl4pPr>
            <a:lvl5pPr indent="-304800" lvl="4" marL="2286000" algn="l">
              <a:lnSpc>
                <a:spcPct val="100000"/>
              </a:lnSpc>
              <a:spcBef>
                <a:spcPts val="900"/>
              </a:spcBef>
              <a:spcAft>
                <a:spcPts val="0"/>
              </a:spcAft>
              <a:buSzPts val="1200"/>
              <a:buFont typeface="Open Sans Light"/>
              <a:buChar char="–"/>
              <a:defRPr sz="12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text with subtitle">
  <p:cSld name="Two column text with subtitle">
    <p:spTree>
      <p:nvGrpSpPr>
        <p:cNvPr id="139" name="Shape 139"/>
        <p:cNvGrpSpPr/>
        <p:nvPr/>
      </p:nvGrpSpPr>
      <p:grpSpPr>
        <a:xfrm>
          <a:off x="0" y="0"/>
          <a:ext cx="0" cy="0"/>
          <a:chOff x="0" y="0"/>
          <a:chExt cx="0" cy="0"/>
        </a:xfrm>
      </p:grpSpPr>
      <p:sp>
        <p:nvSpPr>
          <p:cNvPr id="140" name="Google Shape;140;p137"/>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137"/>
          <p:cNvSpPr txBox="1"/>
          <p:nvPr>
            <p:ph idx="1" type="body"/>
          </p:nvPr>
        </p:nvSpPr>
        <p:spPr>
          <a:xfrm>
            <a:off x="685800" y="1089316"/>
            <a:ext cx="7772400" cy="3470672"/>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SzPts val="1200"/>
              <a:buNone/>
              <a:defRPr sz="1200"/>
            </a:lvl1pPr>
            <a:lvl2pPr indent="-304800" lvl="1" marL="914400" algn="l">
              <a:lnSpc>
                <a:spcPct val="100000"/>
              </a:lnSpc>
              <a:spcBef>
                <a:spcPts val="900"/>
              </a:spcBef>
              <a:spcAft>
                <a:spcPts val="0"/>
              </a:spcAft>
              <a:buSzPts val="1200"/>
              <a:buFont typeface="Arial"/>
              <a:buChar char="•"/>
              <a:defRPr sz="1200"/>
            </a:lvl2pPr>
            <a:lvl3pPr indent="-304800" lvl="2" marL="1371600" algn="l">
              <a:lnSpc>
                <a:spcPct val="100000"/>
              </a:lnSpc>
              <a:spcBef>
                <a:spcPts val="900"/>
              </a:spcBef>
              <a:spcAft>
                <a:spcPts val="0"/>
              </a:spcAft>
              <a:buSzPts val="1200"/>
              <a:buFont typeface="Open Sans Light"/>
              <a:buChar char="–"/>
              <a:defRPr sz="1200"/>
            </a:lvl3pPr>
            <a:lvl4pPr indent="-304800" lvl="3" marL="1828800" algn="l">
              <a:lnSpc>
                <a:spcPct val="100000"/>
              </a:lnSpc>
              <a:spcBef>
                <a:spcPts val="900"/>
              </a:spcBef>
              <a:spcAft>
                <a:spcPts val="0"/>
              </a:spcAft>
              <a:buSzPts val="1200"/>
              <a:buFont typeface="Arial"/>
              <a:buChar char="•"/>
              <a:defRPr sz="1200"/>
            </a:lvl4pPr>
            <a:lvl5pPr indent="-304800" lvl="4" marL="2286000" algn="l">
              <a:lnSpc>
                <a:spcPct val="100000"/>
              </a:lnSpc>
              <a:spcBef>
                <a:spcPts val="900"/>
              </a:spcBef>
              <a:spcAft>
                <a:spcPts val="0"/>
              </a:spcAft>
              <a:buSzPts val="1200"/>
              <a:buFont typeface="Open Sans Light"/>
              <a:buChar char="–"/>
              <a:defRPr sz="12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2" name="Google Shape;142;p137"/>
          <p:cNvSpPr txBox="1"/>
          <p:nvPr>
            <p:ph idx="2" type="body"/>
          </p:nvPr>
        </p:nvSpPr>
        <p:spPr>
          <a:xfrm>
            <a:off x="685800" y="700088"/>
            <a:ext cx="7772400" cy="304800"/>
          </a:xfrm>
          <a:prstGeom prst="rect">
            <a:avLst/>
          </a:prstGeom>
          <a:noFill/>
          <a:ln>
            <a:noFill/>
          </a:ln>
        </p:spPr>
        <p:txBody>
          <a:bodyPr anchorCtr="0" anchor="t" bIns="0" lIns="0" spcFirstLastPara="1" rIns="0" wrap="square" tIns="0">
            <a:normAutofit/>
          </a:bodyPr>
          <a:lstStyle>
            <a:lvl1pPr indent="-228600" lvl="0" marL="457200" algn="ctr">
              <a:lnSpc>
                <a:spcPct val="86000"/>
              </a:lnSpc>
              <a:spcBef>
                <a:spcPts val="0"/>
              </a:spcBef>
              <a:spcAft>
                <a:spcPts val="0"/>
              </a:spcAft>
              <a:buSzPts val="1350"/>
              <a:buNone/>
              <a:defRPr sz="1350"/>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with Subtitle">
  <p:cSld name="Two Content with Subtitle">
    <p:spTree>
      <p:nvGrpSpPr>
        <p:cNvPr id="143" name="Shape 143"/>
        <p:cNvGrpSpPr/>
        <p:nvPr/>
      </p:nvGrpSpPr>
      <p:grpSpPr>
        <a:xfrm>
          <a:off x="0" y="0"/>
          <a:ext cx="0" cy="0"/>
          <a:chOff x="0" y="0"/>
          <a:chExt cx="0" cy="0"/>
        </a:xfrm>
      </p:grpSpPr>
      <p:sp>
        <p:nvSpPr>
          <p:cNvPr id="144" name="Google Shape;144;p138"/>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138"/>
          <p:cNvSpPr txBox="1"/>
          <p:nvPr>
            <p:ph idx="1" type="body"/>
          </p:nvPr>
        </p:nvSpPr>
        <p:spPr>
          <a:xfrm>
            <a:off x="685800" y="1089316"/>
            <a:ext cx="3810000" cy="3394472"/>
          </a:xfrm>
          <a:prstGeom prst="rect">
            <a:avLst/>
          </a:prstGeom>
          <a:noFill/>
          <a:ln>
            <a:noFill/>
          </a:ln>
        </p:spPr>
        <p:txBody>
          <a:bodyPr anchorCtr="0" anchor="t" bIns="0" lIns="0" spcFirstLastPara="1" rIns="0" wrap="square" tIns="0">
            <a:normAutofit/>
          </a:bodyPr>
          <a:lstStyle>
            <a:lvl1pPr indent="-323850" lvl="0" marL="457200" algn="l">
              <a:lnSpc>
                <a:spcPct val="100000"/>
              </a:lnSpc>
              <a:spcBef>
                <a:spcPts val="300"/>
              </a:spcBef>
              <a:spcAft>
                <a:spcPts val="0"/>
              </a:spcAft>
              <a:buSzPts val="1500"/>
              <a:buChar char="•"/>
              <a:defRPr sz="1500"/>
            </a:lvl1pPr>
            <a:lvl2pPr indent="-304800" lvl="1" marL="914400" algn="l">
              <a:lnSpc>
                <a:spcPct val="100000"/>
              </a:lnSpc>
              <a:spcBef>
                <a:spcPts val="240"/>
              </a:spcBef>
              <a:spcAft>
                <a:spcPts val="0"/>
              </a:spcAft>
              <a:buSzPts val="1200"/>
              <a:buChar char="–"/>
              <a:defRPr sz="1200"/>
            </a:lvl2pPr>
            <a:lvl3pPr indent="-304800" lvl="2" marL="1371600" algn="l">
              <a:lnSpc>
                <a:spcPct val="100000"/>
              </a:lnSpc>
              <a:spcBef>
                <a:spcPts val="240"/>
              </a:spcBef>
              <a:spcAft>
                <a:spcPts val="0"/>
              </a:spcAft>
              <a:buSzPts val="1200"/>
              <a:buChar char="•"/>
              <a:defRPr sz="1200"/>
            </a:lvl3pPr>
            <a:lvl4pPr indent="-304800" lvl="3" marL="1828800" algn="l">
              <a:lnSpc>
                <a:spcPct val="100000"/>
              </a:lnSpc>
              <a:spcBef>
                <a:spcPts val="240"/>
              </a:spcBef>
              <a:spcAft>
                <a:spcPts val="0"/>
              </a:spcAft>
              <a:buSzPts val="1200"/>
              <a:buChar char="–"/>
              <a:defRPr sz="1200"/>
            </a:lvl4pPr>
            <a:lvl5pPr indent="-304800" lvl="4" marL="2286000" algn="l">
              <a:lnSpc>
                <a:spcPct val="100000"/>
              </a:lnSpc>
              <a:spcBef>
                <a:spcPts val="240"/>
              </a:spcBef>
              <a:spcAft>
                <a:spcPts val="0"/>
              </a:spcAft>
              <a:buSzPts val="1200"/>
              <a:buChar char="»"/>
              <a:defRPr sz="12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46" name="Google Shape;146;p138"/>
          <p:cNvSpPr txBox="1"/>
          <p:nvPr>
            <p:ph idx="2" type="body"/>
          </p:nvPr>
        </p:nvSpPr>
        <p:spPr>
          <a:xfrm>
            <a:off x="4648200" y="1089316"/>
            <a:ext cx="3810000" cy="3394472"/>
          </a:xfrm>
          <a:prstGeom prst="rect">
            <a:avLst/>
          </a:prstGeom>
          <a:noFill/>
          <a:ln>
            <a:noFill/>
          </a:ln>
        </p:spPr>
        <p:txBody>
          <a:bodyPr anchorCtr="0" anchor="t" bIns="0" lIns="0" spcFirstLastPara="1" rIns="0" wrap="square" tIns="0">
            <a:normAutofit/>
          </a:bodyPr>
          <a:lstStyle>
            <a:lvl1pPr indent="-323850" lvl="0" marL="457200" algn="l">
              <a:lnSpc>
                <a:spcPct val="100000"/>
              </a:lnSpc>
              <a:spcBef>
                <a:spcPts val="300"/>
              </a:spcBef>
              <a:spcAft>
                <a:spcPts val="0"/>
              </a:spcAft>
              <a:buSzPts val="1500"/>
              <a:buChar char="•"/>
              <a:defRPr sz="1500"/>
            </a:lvl1pPr>
            <a:lvl2pPr indent="-304800" lvl="1" marL="914400" algn="l">
              <a:lnSpc>
                <a:spcPct val="100000"/>
              </a:lnSpc>
              <a:spcBef>
                <a:spcPts val="240"/>
              </a:spcBef>
              <a:spcAft>
                <a:spcPts val="0"/>
              </a:spcAft>
              <a:buSzPts val="1200"/>
              <a:buChar char="–"/>
              <a:defRPr sz="1200"/>
            </a:lvl2pPr>
            <a:lvl3pPr indent="-304800" lvl="2" marL="1371600" algn="l">
              <a:lnSpc>
                <a:spcPct val="100000"/>
              </a:lnSpc>
              <a:spcBef>
                <a:spcPts val="240"/>
              </a:spcBef>
              <a:spcAft>
                <a:spcPts val="0"/>
              </a:spcAft>
              <a:buSzPts val="1200"/>
              <a:buChar char="•"/>
              <a:defRPr sz="1200"/>
            </a:lvl3pPr>
            <a:lvl4pPr indent="-304800" lvl="3" marL="1828800" algn="l">
              <a:lnSpc>
                <a:spcPct val="100000"/>
              </a:lnSpc>
              <a:spcBef>
                <a:spcPts val="240"/>
              </a:spcBef>
              <a:spcAft>
                <a:spcPts val="0"/>
              </a:spcAft>
              <a:buSzPts val="1200"/>
              <a:buChar char="–"/>
              <a:defRPr sz="1200"/>
            </a:lvl4pPr>
            <a:lvl5pPr indent="-304800" lvl="4" marL="2286000" algn="l">
              <a:lnSpc>
                <a:spcPct val="100000"/>
              </a:lnSpc>
              <a:spcBef>
                <a:spcPts val="240"/>
              </a:spcBef>
              <a:spcAft>
                <a:spcPts val="0"/>
              </a:spcAft>
              <a:buSzPts val="1200"/>
              <a:buChar char="»"/>
              <a:defRPr sz="12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47" name="Google Shape;147;p138"/>
          <p:cNvSpPr txBox="1"/>
          <p:nvPr>
            <p:ph idx="3" type="body"/>
          </p:nvPr>
        </p:nvSpPr>
        <p:spPr>
          <a:xfrm>
            <a:off x="685800" y="700088"/>
            <a:ext cx="7772400" cy="304800"/>
          </a:xfrm>
          <a:prstGeom prst="rect">
            <a:avLst/>
          </a:prstGeom>
          <a:noFill/>
          <a:ln>
            <a:noFill/>
          </a:ln>
        </p:spPr>
        <p:txBody>
          <a:bodyPr anchorCtr="0" anchor="t" bIns="0" lIns="0" spcFirstLastPara="1" rIns="0" wrap="square" tIns="0">
            <a:normAutofit/>
          </a:bodyPr>
          <a:lstStyle>
            <a:lvl1pPr indent="-228600" lvl="0" marL="457200" algn="ctr">
              <a:lnSpc>
                <a:spcPct val="86000"/>
              </a:lnSpc>
              <a:spcBef>
                <a:spcPts val="0"/>
              </a:spcBef>
              <a:spcAft>
                <a:spcPts val="0"/>
              </a:spcAft>
              <a:buSzPts val="1350"/>
              <a:buNone/>
              <a:defRPr sz="1350"/>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type="twoObj">
  <p:cSld name="TWO_OBJECTS">
    <p:spTree>
      <p:nvGrpSpPr>
        <p:cNvPr id="148" name="Shape 148"/>
        <p:cNvGrpSpPr/>
        <p:nvPr/>
      </p:nvGrpSpPr>
      <p:grpSpPr>
        <a:xfrm>
          <a:off x="0" y="0"/>
          <a:ext cx="0" cy="0"/>
          <a:chOff x="0" y="0"/>
          <a:chExt cx="0" cy="0"/>
        </a:xfrm>
      </p:grpSpPr>
      <p:sp>
        <p:nvSpPr>
          <p:cNvPr id="149" name="Google Shape;149;p139"/>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139"/>
          <p:cNvSpPr txBox="1"/>
          <p:nvPr>
            <p:ph idx="1" type="body"/>
          </p:nvPr>
        </p:nvSpPr>
        <p:spPr>
          <a:xfrm>
            <a:off x="685800" y="914401"/>
            <a:ext cx="3810000" cy="3394472"/>
          </a:xfrm>
          <a:prstGeom prst="rect">
            <a:avLst/>
          </a:prstGeom>
          <a:noFill/>
          <a:ln>
            <a:noFill/>
          </a:ln>
        </p:spPr>
        <p:txBody>
          <a:bodyPr anchorCtr="0" anchor="t" bIns="0" lIns="0" spcFirstLastPara="1" rIns="0" wrap="square" tIns="0">
            <a:normAutofit/>
          </a:bodyPr>
          <a:lstStyle>
            <a:lvl1pPr indent="-323850" lvl="0" marL="457200" algn="l">
              <a:lnSpc>
                <a:spcPct val="100000"/>
              </a:lnSpc>
              <a:spcBef>
                <a:spcPts val="300"/>
              </a:spcBef>
              <a:spcAft>
                <a:spcPts val="0"/>
              </a:spcAft>
              <a:buSzPts val="1500"/>
              <a:buChar char="•"/>
              <a:defRPr sz="1500"/>
            </a:lvl1pPr>
            <a:lvl2pPr indent="-304800" lvl="1" marL="914400" algn="l">
              <a:lnSpc>
                <a:spcPct val="100000"/>
              </a:lnSpc>
              <a:spcBef>
                <a:spcPts val="240"/>
              </a:spcBef>
              <a:spcAft>
                <a:spcPts val="0"/>
              </a:spcAft>
              <a:buSzPts val="1200"/>
              <a:buChar char="–"/>
              <a:defRPr sz="1200"/>
            </a:lvl2pPr>
            <a:lvl3pPr indent="-304800" lvl="2" marL="1371600" algn="l">
              <a:lnSpc>
                <a:spcPct val="100000"/>
              </a:lnSpc>
              <a:spcBef>
                <a:spcPts val="240"/>
              </a:spcBef>
              <a:spcAft>
                <a:spcPts val="0"/>
              </a:spcAft>
              <a:buSzPts val="1200"/>
              <a:buChar char="•"/>
              <a:defRPr sz="1200"/>
            </a:lvl3pPr>
            <a:lvl4pPr indent="-304800" lvl="3" marL="1828800" algn="l">
              <a:lnSpc>
                <a:spcPct val="100000"/>
              </a:lnSpc>
              <a:spcBef>
                <a:spcPts val="240"/>
              </a:spcBef>
              <a:spcAft>
                <a:spcPts val="0"/>
              </a:spcAft>
              <a:buSzPts val="1200"/>
              <a:buChar char="–"/>
              <a:defRPr sz="1200"/>
            </a:lvl4pPr>
            <a:lvl5pPr indent="-304800" lvl="4" marL="2286000" algn="l">
              <a:lnSpc>
                <a:spcPct val="100000"/>
              </a:lnSpc>
              <a:spcBef>
                <a:spcPts val="240"/>
              </a:spcBef>
              <a:spcAft>
                <a:spcPts val="0"/>
              </a:spcAft>
              <a:buSzPts val="1200"/>
              <a:buChar char="»"/>
              <a:defRPr sz="12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51" name="Google Shape;151;p139"/>
          <p:cNvSpPr txBox="1"/>
          <p:nvPr>
            <p:ph idx="2" type="body"/>
          </p:nvPr>
        </p:nvSpPr>
        <p:spPr>
          <a:xfrm>
            <a:off x="4648200" y="914401"/>
            <a:ext cx="3810000" cy="3394472"/>
          </a:xfrm>
          <a:prstGeom prst="rect">
            <a:avLst/>
          </a:prstGeom>
          <a:noFill/>
          <a:ln>
            <a:noFill/>
          </a:ln>
        </p:spPr>
        <p:txBody>
          <a:bodyPr anchorCtr="0" anchor="t" bIns="0" lIns="0" spcFirstLastPara="1" rIns="0" wrap="square" tIns="0">
            <a:normAutofit/>
          </a:bodyPr>
          <a:lstStyle>
            <a:lvl1pPr indent="-323850" lvl="0" marL="457200" algn="l">
              <a:lnSpc>
                <a:spcPct val="100000"/>
              </a:lnSpc>
              <a:spcBef>
                <a:spcPts val="300"/>
              </a:spcBef>
              <a:spcAft>
                <a:spcPts val="0"/>
              </a:spcAft>
              <a:buSzPts val="1500"/>
              <a:buChar char="•"/>
              <a:defRPr sz="1500"/>
            </a:lvl1pPr>
            <a:lvl2pPr indent="-304800" lvl="1" marL="914400" algn="l">
              <a:lnSpc>
                <a:spcPct val="100000"/>
              </a:lnSpc>
              <a:spcBef>
                <a:spcPts val="240"/>
              </a:spcBef>
              <a:spcAft>
                <a:spcPts val="0"/>
              </a:spcAft>
              <a:buSzPts val="1200"/>
              <a:buChar char="–"/>
              <a:defRPr sz="1200"/>
            </a:lvl2pPr>
            <a:lvl3pPr indent="-304800" lvl="2" marL="1371600" algn="l">
              <a:lnSpc>
                <a:spcPct val="100000"/>
              </a:lnSpc>
              <a:spcBef>
                <a:spcPts val="240"/>
              </a:spcBef>
              <a:spcAft>
                <a:spcPts val="0"/>
              </a:spcAft>
              <a:buSzPts val="1200"/>
              <a:buChar char="•"/>
              <a:defRPr sz="1200"/>
            </a:lvl3pPr>
            <a:lvl4pPr indent="-304800" lvl="3" marL="1828800" algn="l">
              <a:lnSpc>
                <a:spcPct val="100000"/>
              </a:lnSpc>
              <a:spcBef>
                <a:spcPts val="240"/>
              </a:spcBef>
              <a:spcAft>
                <a:spcPts val="0"/>
              </a:spcAft>
              <a:buSzPts val="1200"/>
              <a:buChar char="–"/>
              <a:defRPr sz="1200"/>
            </a:lvl4pPr>
            <a:lvl5pPr indent="-304800" lvl="4" marL="2286000" algn="l">
              <a:lnSpc>
                <a:spcPct val="100000"/>
              </a:lnSpc>
              <a:spcBef>
                <a:spcPts val="240"/>
              </a:spcBef>
              <a:spcAft>
                <a:spcPts val="0"/>
              </a:spcAft>
              <a:buSzPts val="1200"/>
              <a:buChar char="»"/>
              <a:defRPr sz="12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52" name="Shape 152"/>
        <p:cNvGrpSpPr/>
        <p:nvPr/>
      </p:nvGrpSpPr>
      <p:grpSpPr>
        <a:xfrm>
          <a:off x="0" y="0"/>
          <a:ext cx="0" cy="0"/>
          <a:chOff x="0" y="0"/>
          <a:chExt cx="0" cy="0"/>
        </a:xfrm>
      </p:grpSpPr>
      <p:sp>
        <p:nvSpPr>
          <p:cNvPr id="153" name="Google Shape;153;p140"/>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2100"/>
              <a:buFont typeface="Open Sans Light"/>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140"/>
          <p:cNvSpPr txBox="1"/>
          <p:nvPr>
            <p:ph idx="1" type="body"/>
          </p:nvPr>
        </p:nvSpPr>
        <p:spPr>
          <a:xfrm>
            <a:off x="685800" y="914400"/>
            <a:ext cx="3811588" cy="230832"/>
          </a:xfrm>
          <a:prstGeom prst="rect">
            <a:avLst/>
          </a:prstGeom>
          <a:noFill/>
          <a:ln>
            <a:noFill/>
          </a:ln>
        </p:spPr>
        <p:txBody>
          <a:bodyPr anchorCtr="0" anchor="b" bIns="0" lIns="0" spcFirstLastPara="1" rIns="0" wrap="square" tIns="0">
            <a:spAutoFit/>
          </a:bodyPr>
          <a:lstStyle>
            <a:lvl1pPr indent="-228600" lvl="0" marL="457200" algn="l">
              <a:lnSpc>
                <a:spcPct val="100000"/>
              </a:lnSpc>
              <a:spcBef>
                <a:spcPts val="0"/>
              </a:spcBef>
              <a:spcAft>
                <a:spcPts val="0"/>
              </a:spcAft>
              <a:buSzPts val="1500"/>
              <a:buNone/>
              <a:defRPr b="1" sz="1500">
                <a:latin typeface="Open Sans"/>
                <a:ea typeface="Open Sans"/>
                <a:cs typeface="Open Sans"/>
                <a:sym typeface="Open Sans"/>
              </a:defRPr>
            </a:lvl1pPr>
            <a:lvl2pPr indent="-228600" lvl="1" marL="914400" algn="l">
              <a:lnSpc>
                <a:spcPct val="100000"/>
              </a:lnSpc>
              <a:spcBef>
                <a:spcPts val="40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55" name="Google Shape;155;p140"/>
          <p:cNvSpPr txBox="1"/>
          <p:nvPr>
            <p:ph idx="2" type="body"/>
          </p:nvPr>
        </p:nvSpPr>
        <p:spPr>
          <a:xfrm>
            <a:off x="685800" y="1170214"/>
            <a:ext cx="3811588" cy="3424408"/>
          </a:xfrm>
          <a:prstGeom prst="rect">
            <a:avLst/>
          </a:prstGeom>
          <a:noFill/>
          <a:ln>
            <a:noFill/>
          </a:ln>
        </p:spPr>
        <p:txBody>
          <a:bodyPr anchorCtr="0" anchor="t" bIns="0" lIns="0" spcFirstLastPara="1" rIns="0" wrap="square" tIns="0">
            <a:normAutofit/>
          </a:bodyPr>
          <a:lstStyle>
            <a:lvl1pPr indent="-323850" lvl="0" marL="457200" algn="l">
              <a:lnSpc>
                <a:spcPct val="100000"/>
              </a:lnSpc>
              <a:spcBef>
                <a:spcPts val="300"/>
              </a:spcBef>
              <a:spcAft>
                <a:spcPts val="0"/>
              </a:spcAft>
              <a:buSzPts val="1500"/>
              <a:buChar char="•"/>
              <a:defRPr sz="1500"/>
            </a:lvl1pPr>
            <a:lvl2pPr indent="-304800" lvl="1" marL="914400" algn="l">
              <a:lnSpc>
                <a:spcPct val="100000"/>
              </a:lnSpc>
              <a:spcBef>
                <a:spcPts val="240"/>
              </a:spcBef>
              <a:spcAft>
                <a:spcPts val="0"/>
              </a:spcAft>
              <a:buSzPts val="1200"/>
              <a:buChar char="–"/>
              <a:defRPr sz="1200"/>
            </a:lvl2pPr>
            <a:lvl3pPr indent="-304800" lvl="2" marL="1371600" algn="l">
              <a:lnSpc>
                <a:spcPct val="100000"/>
              </a:lnSpc>
              <a:spcBef>
                <a:spcPts val="240"/>
              </a:spcBef>
              <a:spcAft>
                <a:spcPts val="0"/>
              </a:spcAft>
              <a:buSzPts val="1200"/>
              <a:buChar char="•"/>
              <a:defRPr sz="1200"/>
            </a:lvl3pPr>
            <a:lvl4pPr indent="-304800" lvl="3" marL="1828800" algn="l">
              <a:lnSpc>
                <a:spcPct val="100000"/>
              </a:lnSpc>
              <a:spcBef>
                <a:spcPts val="240"/>
              </a:spcBef>
              <a:spcAft>
                <a:spcPts val="0"/>
              </a:spcAft>
              <a:buSzPts val="1200"/>
              <a:buChar char="–"/>
              <a:defRPr sz="1200"/>
            </a:lvl4pPr>
            <a:lvl5pPr indent="-304800" lvl="4" marL="2286000" algn="l">
              <a:lnSpc>
                <a:spcPct val="100000"/>
              </a:lnSpc>
              <a:spcBef>
                <a:spcPts val="240"/>
              </a:spcBef>
              <a:spcAft>
                <a:spcPts val="0"/>
              </a:spcAft>
              <a:buSzPts val="1200"/>
              <a:buChar char="»"/>
              <a:defRPr sz="12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56" name="Google Shape;156;p140"/>
          <p:cNvSpPr txBox="1"/>
          <p:nvPr>
            <p:ph idx="3" type="body"/>
          </p:nvPr>
        </p:nvSpPr>
        <p:spPr>
          <a:xfrm>
            <a:off x="4645027" y="914400"/>
            <a:ext cx="3813174" cy="230832"/>
          </a:xfrm>
          <a:prstGeom prst="rect">
            <a:avLst/>
          </a:prstGeom>
          <a:noFill/>
          <a:ln>
            <a:noFill/>
          </a:ln>
        </p:spPr>
        <p:txBody>
          <a:bodyPr anchorCtr="0" anchor="b" bIns="0" lIns="0" spcFirstLastPara="1" rIns="0" wrap="square" tIns="0">
            <a:spAutoFit/>
          </a:bodyPr>
          <a:lstStyle>
            <a:lvl1pPr indent="-228600" lvl="0" marL="457200" algn="l">
              <a:lnSpc>
                <a:spcPct val="100000"/>
              </a:lnSpc>
              <a:spcBef>
                <a:spcPts val="0"/>
              </a:spcBef>
              <a:spcAft>
                <a:spcPts val="0"/>
              </a:spcAft>
              <a:buSzPts val="1500"/>
              <a:buNone/>
              <a:defRPr b="1" sz="1500">
                <a:latin typeface="Open Sans"/>
                <a:ea typeface="Open Sans"/>
                <a:cs typeface="Open Sans"/>
                <a:sym typeface="Open Sans"/>
              </a:defRPr>
            </a:lvl1pPr>
            <a:lvl2pPr indent="-228600" lvl="1" marL="914400" algn="l">
              <a:lnSpc>
                <a:spcPct val="100000"/>
              </a:lnSpc>
              <a:spcBef>
                <a:spcPts val="40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57" name="Google Shape;157;p140"/>
          <p:cNvSpPr txBox="1"/>
          <p:nvPr>
            <p:ph idx="4" type="body"/>
          </p:nvPr>
        </p:nvSpPr>
        <p:spPr>
          <a:xfrm>
            <a:off x="4645027" y="1170214"/>
            <a:ext cx="3813174" cy="3424408"/>
          </a:xfrm>
          <a:prstGeom prst="rect">
            <a:avLst/>
          </a:prstGeom>
          <a:noFill/>
          <a:ln>
            <a:noFill/>
          </a:ln>
        </p:spPr>
        <p:txBody>
          <a:bodyPr anchorCtr="0" anchor="t" bIns="0" lIns="0" spcFirstLastPara="1" rIns="0" wrap="square" tIns="0">
            <a:normAutofit/>
          </a:bodyPr>
          <a:lstStyle>
            <a:lvl1pPr indent="-323850" lvl="0" marL="457200" algn="l">
              <a:lnSpc>
                <a:spcPct val="100000"/>
              </a:lnSpc>
              <a:spcBef>
                <a:spcPts val="300"/>
              </a:spcBef>
              <a:spcAft>
                <a:spcPts val="0"/>
              </a:spcAft>
              <a:buSzPts val="1500"/>
              <a:buChar char="•"/>
              <a:defRPr sz="1500"/>
            </a:lvl1pPr>
            <a:lvl2pPr indent="-304800" lvl="1" marL="914400" algn="l">
              <a:lnSpc>
                <a:spcPct val="100000"/>
              </a:lnSpc>
              <a:spcBef>
                <a:spcPts val="240"/>
              </a:spcBef>
              <a:spcAft>
                <a:spcPts val="0"/>
              </a:spcAft>
              <a:buSzPts val="1200"/>
              <a:buChar char="–"/>
              <a:defRPr sz="1200"/>
            </a:lvl2pPr>
            <a:lvl3pPr indent="-304800" lvl="2" marL="1371600" algn="l">
              <a:lnSpc>
                <a:spcPct val="100000"/>
              </a:lnSpc>
              <a:spcBef>
                <a:spcPts val="240"/>
              </a:spcBef>
              <a:spcAft>
                <a:spcPts val="0"/>
              </a:spcAft>
              <a:buSzPts val="1200"/>
              <a:buChar char="•"/>
              <a:defRPr sz="1200"/>
            </a:lvl3pPr>
            <a:lvl4pPr indent="-304800" lvl="3" marL="1828800" algn="l">
              <a:lnSpc>
                <a:spcPct val="100000"/>
              </a:lnSpc>
              <a:spcBef>
                <a:spcPts val="240"/>
              </a:spcBef>
              <a:spcAft>
                <a:spcPts val="0"/>
              </a:spcAft>
              <a:buSzPts val="1200"/>
              <a:buChar char="–"/>
              <a:defRPr sz="1200"/>
            </a:lvl4pPr>
            <a:lvl5pPr indent="-304800" lvl="4" marL="2286000" algn="l">
              <a:lnSpc>
                <a:spcPct val="100000"/>
              </a:lnSpc>
              <a:spcBef>
                <a:spcPts val="240"/>
              </a:spcBef>
              <a:spcAft>
                <a:spcPts val="0"/>
              </a:spcAft>
              <a:buSzPts val="1200"/>
              <a:buChar char="»"/>
              <a:defRPr sz="12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arison Subtitle">
  <p:cSld name="1_Comparison Subtitle">
    <p:spTree>
      <p:nvGrpSpPr>
        <p:cNvPr id="158" name="Shape 158"/>
        <p:cNvGrpSpPr/>
        <p:nvPr/>
      </p:nvGrpSpPr>
      <p:grpSpPr>
        <a:xfrm>
          <a:off x="0" y="0"/>
          <a:ext cx="0" cy="0"/>
          <a:chOff x="0" y="0"/>
          <a:chExt cx="0" cy="0"/>
        </a:xfrm>
      </p:grpSpPr>
      <p:sp>
        <p:nvSpPr>
          <p:cNvPr id="159" name="Google Shape;159;p141"/>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2100"/>
              <a:buFont typeface="Open Sans Light"/>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0" name="Google Shape;160;p141"/>
          <p:cNvSpPr txBox="1"/>
          <p:nvPr>
            <p:ph idx="1" type="body"/>
          </p:nvPr>
        </p:nvSpPr>
        <p:spPr>
          <a:xfrm>
            <a:off x="685800" y="1096713"/>
            <a:ext cx="3811588" cy="230832"/>
          </a:xfrm>
          <a:prstGeom prst="rect">
            <a:avLst/>
          </a:prstGeom>
          <a:noFill/>
          <a:ln>
            <a:noFill/>
          </a:ln>
        </p:spPr>
        <p:txBody>
          <a:bodyPr anchorCtr="0" anchor="b" bIns="0" lIns="0" spcFirstLastPara="1" rIns="0" wrap="square" tIns="0">
            <a:spAutoFit/>
          </a:bodyPr>
          <a:lstStyle>
            <a:lvl1pPr indent="-228600" lvl="0" marL="457200" algn="l">
              <a:lnSpc>
                <a:spcPct val="100000"/>
              </a:lnSpc>
              <a:spcBef>
                <a:spcPts val="0"/>
              </a:spcBef>
              <a:spcAft>
                <a:spcPts val="0"/>
              </a:spcAft>
              <a:buSzPts val="1500"/>
              <a:buNone/>
              <a:defRPr b="1" sz="1500"/>
            </a:lvl1pPr>
            <a:lvl2pPr indent="-228600" lvl="1" marL="914400" algn="l">
              <a:lnSpc>
                <a:spcPct val="100000"/>
              </a:lnSpc>
              <a:spcBef>
                <a:spcPts val="40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61" name="Google Shape;161;p141"/>
          <p:cNvSpPr txBox="1"/>
          <p:nvPr>
            <p:ph idx="2" type="body"/>
          </p:nvPr>
        </p:nvSpPr>
        <p:spPr>
          <a:xfrm>
            <a:off x="685800" y="1352528"/>
            <a:ext cx="3811588" cy="3276623"/>
          </a:xfrm>
          <a:prstGeom prst="rect">
            <a:avLst/>
          </a:prstGeom>
          <a:noFill/>
          <a:ln>
            <a:noFill/>
          </a:ln>
        </p:spPr>
        <p:txBody>
          <a:bodyPr anchorCtr="0" anchor="t" bIns="0" lIns="0" spcFirstLastPara="1" rIns="0" wrap="square" tIns="0">
            <a:normAutofit/>
          </a:bodyPr>
          <a:lstStyle>
            <a:lvl1pPr indent="-323850" lvl="0" marL="457200" algn="l">
              <a:lnSpc>
                <a:spcPct val="100000"/>
              </a:lnSpc>
              <a:spcBef>
                <a:spcPts val="300"/>
              </a:spcBef>
              <a:spcAft>
                <a:spcPts val="0"/>
              </a:spcAft>
              <a:buSzPts val="1500"/>
              <a:buChar char="•"/>
              <a:defRPr sz="1500"/>
            </a:lvl1pPr>
            <a:lvl2pPr indent="-304800" lvl="1" marL="914400" algn="l">
              <a:lnSpc>
                <a:spcPct val="100000"/>
              </a:lnSpc>
              <a:spcBef>
                <a:spcPts val="240"/>
              </a:spcBef>
              <a:spcAft>
                <a:spcPts val="0"/>
              </a:spcAft>
              <a:buSzPts val="1200"/>
              <a:buChar char="–"/>
              <a:defRPr sz="1200"/>
            </a:lvl2pPr>
            <a:lvl3pPr indent="-304800" lvl="2" marL="1371600" algn="l">
              <a:lnSpc>
                <a:spcPct val="100000"/>
              </a:lnSpc>
              <a:spcBef>
                <a:spcPts val="240"/>
              </a:spcBef>
              <a:spcAft>
                <a:spcPts val="0"/>
              </a:spcAft>
              <a:buSzPts val="1200"/>
              <a:buChar char="•"/>
              <a:defRPr sz="1200"/>
            </a:lvl3pPr>
            <a:lvl4pPr indent="-304800" lvl="3" marL="1828800" algn="l">
              <a:lnSpc>
                <a:spcPct val="100000"/>
              </a:lnSpc>
              <a:spcBef>
                <a:spcPts val="240"/>
              </a:spcBef>
              <a:spcAft>
                <a:spcPts val="0"/>
              </a:spcAft>
              <a:buSzPts val="1200"/>
              <a:buChar char="–"/>
              <a:defRPr sz="1200"/>
            </a:lvl4pPr>
            <a:lvl5pPr indent="-304800" lvl="4" marL="2286000" algn="l">
              <a:lnSpc>
                <a:spcPct val="100000"/>
              </a:lnSpc>
              <a:spcBef>
                <a:spcPts val="240"/>
              </a:spcBef>
              <a:spcAft>
                <a:spcPts val="0"/>
              </a:spcAft>
              <a:buSzPts val="1200"/>
              <a:buChar char="»"/>
              <a:defRPr sz="12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62" name="Google Shape;162;p141"/>
          <p:cNvSpPr txBox="1"/>
          <p:nvPr>
            <p:ph idx="3" type="body"/>
          </p:nvPr>
        </p:nvSpPr>
        <p:spPr>
          <a:xfrm>
            <a:off x="4645027" y="1096713"/>
            <a:ext cx="3813174" cy="230832"/>
          </a:xfrm>
          <a:prstGeom prst="rect">
            <a:avLst/>
          </a:prstGeom>
          <a:noFill/>
          <a:ln>
            <a:noFill/>
          </a:ln>
        </p:spPr>
        <p:txBody>
          <a:bodyPr anchorCtr="0" anchor="b" bIns="0" lIns="0" spcFirstLastPara="1" rIns="0" wrap="square" tIns="0">
            <a:spAutoFit/>
          </a:bodyPr>
          <a:lstStyle>
            <a:lvl1pPr indent="-228600" lvl="0" marL="457200" algn="l">
              <a:lnSpc>
                <a:spcPct val="100000"/>
              </a:lnSpc>
              <a:spcBef>
                <a:spcPts val="0"/>
              </a:spcBef>
              <a:spcAft>
                <a:spcPts val="0"/>
              </a:spcAft>
              <a:buSzPts val="1500"/>
              <a:buNone/>
              <a:defRPr b="1" sz="1500"/>
            </a:lvl1pPr>
            <a:lvl2pPr indent="-228600" lvl="1" marL="914400" algn="l">
              <a:lnSpc>
                <a:spcPct val="100000"/>
              </a:lnSpc>
              <a:spcBef>
                <a:spcPts val="40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63" name="Google Shape;163;p141"/>
          <p:cNvSpPr txBox="1"/>
          <p:nvPr>
            <p:ph idx="4" type="body"/>
          </p:nvPr>
        </p:nvSpPr>
        <p:spPr>
          <a:xfrm>
            <a:off x="4645027" y="1352528"/>
            <a:ext cx="3813174" cy="3276623"/>
          </a:xfrm>
          <a:prstGeom prst="rect">
            <a:avLst/>
          </a:prstGeom>
          <a:noFill/>
          <a:ln>
            <a:noFill/>
          </a:ln>
        </p:spPr>
        <p:txBody>
          <a:bodyPr anchorCtr="0" anchor="t" bIns="0" lIns="0" spcFirstLastPara="1" rIns="0" wrap="square" tIns="0">
            <a:normAutofit/>
          </a:bodyPr>
          <a:lstStyle>
            <a:lvl1pPr indent="-323850" lvl="0" marL="457200" algn="l">
              <a:lnSpc>
                <a:spcPct val="100000"/>
              </a:lnSpc>
              <a:spcBef>
                <a:spcPts val="300"/>
              </a:spcBef>
              <a:spcAft>
                <a:spcPts val="0"/>
              </a:spcAft>
              <a:buSzPts val="1500"/>
              <a:buChar char="•"/>
              <a:defRPr sz="1500"/>
            </a:lvl1pPr>
            <a:lvl2pPr indent="-304800" lvl="1" marL="914400" algn="l">
              <a:lnSpc>
                <a:spcPct val="100000"/>
              </a:lnSpc>
              <a:spcBef>
                <a:spcPts val="240"/>
              </a:spcBef>
              <a:spcAft>
                <a:spcPts val="0"/>
              </a:spcAft>
              <a:buSzPts val="1200"/>
              <a:buChar char="–"/>
              <a:defRPr sz="1200"/>
            </a:lvl2pPr>
            <a:lvl3pPr indent="-304800" lvl="2" marL="1371600" algn="l">
              <a:lnSpc>
                <a:spcPct val="100000"/>
              </a:lnSpc>
              <a:spcBef>
                <a:spcPts val="240"/>
              </a:spcBef>
              <a:spcAft>
                <a:spcPts val="0"/>
              </a:spcAft>
              <a:buSzPts val="1200"/>
              <a:buChar char="•"/>
              <a:defRPr sz="1200"/>
            </a:lvl3pPr>
            <a:lvl4pPr indent="-304800" lvl="3" marL="1828800" algn="l">
              <a:lnSpc>
                <a:spcPct val="100000"/>
              </a:lnSpc>
              <a:spcBef>
                <a:spcPts val="240"/>
              </a:spcBef>
              <a:spcAft>
                <a:spcPts val="0"/>
              </a:spcAft>
              <a:buSzPts val="1200"/>
              <a:buChar char="–"/>
              <a:defRPr sz="1200"/>
            </a:lvl4pPr>
            <a:lvl5pPr indent="-304800" lvl="4" marL="2286000" algn="l">
              <a:lnSpc>
                <a:spcPct val="100000"/>
              </a:lnSpc>
              <a:spcBef>
                <a:spcPts val="240"/>
              </a:spcBef>
              <a:spcAft>
                <a:spcPts val="0"/>
              </a:spcAft>
              <a:buSzPts val="1200"/>
              <a:buChar char="»"/>
              <a:defRPr sz="12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64" name="Google Shape;164;p141"/>
          <p:cNvSpPr txBox="1"/>
          <p:nvPr>
            <p:ph idx="5" type="body"/>
          </p:nvPr>
        </p:nvSpPr>
        <p:spPr>
          <a:xfrm>
            <a:off x="685800" y="700088"/>
            <a:ext cx="7772400" cy="304800"/>
          </a:xfrm>
          <a:prstGeom prst="rect">
            <a:avLst/>
          </a:prstGeom>
          <a:noFill/>
          <a:ln>
            <a:noFill/>
          </a:ln>
        </p:spPr>
        <p:txBody>
          <a:bodyPr anchorCtr="0" anchor="t" bIns="0" lIns="0" spcFirstLastPara="1" rIns="0" wrap="square" tIns="0">
            <a:normAutofit/>
          </a:bodyPr>
          <a:lstStyle>
            <a:lvl1pPr indent="-228600" lvl="0" marL="457200" algn="ctr">
              <a:lnSpc>
                <a:spcPct val="86000"/>
              </a:lnSpc>
              <a:spcBef>
                <a:spcPts val="0"/>
              </a:spcBef>
              <a:spcAft>
                <a:spcPts val="0"/>
              </a:spcAft>
              <a:buSzPts val="1350"/>
              <a:buNone/>
              <a:defRPr sz="1350"/>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5" name="Shape 165"/>
        <p:cNvGrpSpPr/>
        <p:nvPr/>
      </p:nvGrpSpPr>
      <p:grpSpPr>
        <a:xfrm>
          <a:off x="0" y="0"/>
          <a:ext cx="0" cy="0"/>
          <a:chOff x="0" y="0"/>
          <a:chExt cx="0" cy="0"/>
        </a:xfrm>
      </p:grpSpPr>
      <p:sp>
        <p:nvSpPr>
          <p:cNvPr id="166" name="Google Shape;166;p142"/>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Title Only" showMasterSp="0">
  <p:cSld name="7_Title Only">
    <p:spTree>
      <p:nvGrpSpPr>
        <p:cNvPr id="167" name="Shape 167"/>
        <p:cNvGrpSpPr/>
        <p:nvPr/>
      </p:nvGrpSpPr>
      <p:grpSpPr>
        <a:xfrm>
          <a:off x="0" y="0"/>
          <a:ext cx="0" cy="0"/>
          <a:chOff x="0" y="0"/>
          <a:chExt cx="0" cy="0"/>
        </a:xfrm>
      </p:grpSpPr>
      <p:sp>
        <p:nvSpPr>
          <p:cNvPr id="168" name="Google Shape;168;p143"/>
          <p:cNvSpPr/>
          <p:nvPr>
            <p:ph idx="2" type="pic"/>
          </p:nvPr>
        </p:nvSpPr>
        <p:spPr>
          <a:xfrm>
            <a:off x="0" y="0"/>
            <a:ext cx="2297430" cy="2578608"/>
          </a:xfrm>
          <a:prstGeom prst="rect">
            <a:avLst/>
          </a:prstGeom>
          <a:noFill/>
          <a:ln>
            <a:noFill/>
          </a:ln>
        </p:spPr>
      </p:sp>
      <p:sp>
        <p:nvSpPr>
          <p:cNvPr id="169" name="Google Shape;169;p143"/>
          <p:cNvSpPr/>
          <p:nvPr>
            <p:ph idx="3" type="pic"/>
          </p:nvPr>
        </p:nvSpPr>
        <p:spPr>
          <a:xfrm>
            <a:off x="2286762" y="0"/>
            <a:ext cx="2297430" cy="2578608"/>
          </a:xfrm>
          <a:prstGeom prst="rect">
            <a:avLst/>
          </a:prstGeom>
          <a:noFill/>
          <a:ln>
            <a:noFill/>
          </a:ln>
        </p:spPr>
      </p:sp>
      <p:sp>
        <p:nvSpPr>
          <p:cNvPr id="170" name="Google Shape;170;p143"/>
          <p:cNvSpPr/>
          <p:nvPr>
            <p:ph idx="4" type="pic"/>
          </p:nvPr>
        </p:nvSpPr>
        <p:spPr>
          <a:xfrm>
            <a:off x="4573524" y="0"/>
            <a:ext cx="2297430" cy="2578608"/>
          </a:xfrm>
          <a:prstGeom prst="rect">
            <a:avLst/>
          </a:prstGeom>
          <a:noFill/>
          <a:ln>
            <a:noFill/>
          </a:ln>
        </p:spPr>
      </p:sp>
      <p:sp>
        <p:nvSpPr>
          <p:cNvPr id="171" name="Google Shape;171;p143"/>
          <p:cNvSpPr/>
          <p:nvPr>
            <p:ph idx="5" type="pic"/>
          </p:nvPr>
        </p:nvSpPr>
        <p:spPr>
          <a:xfrm>
            <a:off x="6860286" y="0"/>
            <a:ext cx="2297430" cy="2578608"/>
          </a:xfrm>
          <a:prstGeom prst="rect">
            <a:avLst/>
          </a:prstGeom>
          <a:noFill/>
          <a:ln>
            <a:noFill/>
          </a:ln>
        </p:spPr>
      </p:sp>
      <p:sp>
        <p:nvSpPr>
          <p:cNvPr id="172" name="Google Shape;172;p143"/>
          <p:cNvSpPr/>
          <p:nvPr>
            <p:ph idx="6" type="pic"/>
          </p:nvPr>
        </p:nvSpPr>
        <p:spPr>
          <a:xfrm>
            <a:off x="0" y="2564892"/>
            <a:ext cx="2297430" cy="2578608"/>
          </a:xfrm>
          <a:prstGeom prst="rect">
            <a:avLst/>
          </a:prstGeom>
          <a:noFill/>
          <a:ln>
            <a:noFill/>
          </a:ln>
        </p:spPr>
      </p:sp>
      <p:sp>
        <p:nvSpPr>
          <p:cNvPr id="173" name="Google Shape;173;p143"/>
          <p:cNvSpPr/>
          <p:nvPr>
            <p:ph idx="7" type="pic"/>
          </p:nvPr>
        </p:nvSpPr>
        <p:spPr>
          <a:xfrm>
            <a:off x="2286762" y="2564892"/>
            <a:ext cx="2297430" cy="2578608"/>
          </a:xfrm>
          <a:prstGeom prst="rect">
            <a:avLst/>
          </a:prstGeom>
          <a:noFill/>
          <a:ln>
            <a:noFill/>
          </a:ln>
        </p:spPr>
      </p:sp>
      <p:sp>
        <p:nvSpPr>
          <p:cNvPr id="174" name="Google Shape;174;p143"/>
          <p:cNvSpPr/>
          <p:nvPr>
            <p:ph idx="8" type="pic"/>
          </p:nvPr>
        </p:nvSpPr>
        <p:spPr>
          <a:xfrm>
            <a:off x="4573524" y="2564892"/>
            <a:ext cx="2297430" cy="2578608"/>
          </a:xfrm>
          <a:prstGeom prst="rect">
            <a:avLst/>
          </a:prstGeom>
          <a:noFill/>
          <a:ln>
            <a:noFill/>
          </a:ln>
        </p:spPr>
      </p:sp>
      <p:sp>
        <p:nvSpPr>
          <p:cNvPr id="175" name="Google Shape;175;p143"/>
          <p:cNvSpPr/>
          <p:nvPr>
            <p:ph idx="9" type="pic"/>
          </p:nvPr>
        </p:nvSpPr>
        <p:spPr>
          <a:xfrm>
            <a:off x="6860286" y="2564892"/>
            <a:ext cx="2297430" cy="2578608"/>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Only" showMasterSp="0">
  <p:cSld name="8_Title Only">
    <p:spTree>
      <p:nvGrpSpPr>
        <p:cNvPr id="176" name="Shape 176"/>
        <p:cNvGrpSpPr/>
        <p:nvPr/>
      </p:nvGrpSpPr>
      <p:grpSpPr>
        <a:xfrm>
          <a:off x="0" y="0"/>
          <a:ext cx="0" cy="0"/>
          <a:chOff x="0" y="0"/>
          <a:chExt cx="0" cy="0"/>
        </a:xfrm>
      </p:grpSpPr>
      <p:sp>
        <p:nvSpPr>
          <p:cNvPr id="177" name="Google Shape;177;p144"/>
          <p:cNvSpPr/>
          <p:nvPr>
            <p:ph idx="2" type="pic"/>
          </p:nvPr>
        </p:nvSpPr>
        <p:spPr>
          <a:xfrm>
            <a:off x="0" y="0"/>
            <a:ext cx="1831086" cy="1721358"/>
          </a:xfrm>
          <a:prstGeom prst="rect">
            <a:avLst/>
          </a:prstGeom>
          <a:noFill/>
          <a:ln>
            <a:noFill/>
          </a:ln>
        </p:spPr>
      </p:sp>
      <p:sp>
        <p:nvSpPr>
          <p:cNvPr id="178" name="Google Shape;178;p144"/>
          <p:cNvSpPr/>
          <p:nvPr>
            <p:ph idx="3" type="pic"/>
          </p:nvPr>
        </p:nvSpPr>
        <p:spPr>
          <a:xfrm>
            <a:off x="1828229" y="0"/>
            <a:ext cx="1831086" cy="1721358"/>
          </a:xfrm>
          <a:prstGeom prst="rect">
            <a:avLst/>
          </a:prstGeom>
          <a:noFill/>
          <a:ln>
            <a:noFill/>
          </a:ln>
        </p:spPr>
      </p:sp>
      <p:sp>
        <p:nvSpPr>
          <p:cNvPr id="179" name="Google Shape;179;p144"/>
          <p:cNvSpPr/>
          <p:nvPr>
            <p:ph idx="4" type="pic"/>
          </p:nvPr>
        </p:nvSpPr>
        <p:spPr>
          <a:xfrm>
            <a:off x="3656457" y="0"/>
            <a:ext cx="1831086" cy="1721358"/>
          </a:xfrm>
          <a:prstGeom prst="rect">
            <a:avLst/>
          </a:prstGeom>
          <a:noFill/>
          <a:ln>
            <a:noFill/>
          </a:ln>
        </p:spPr>
      </p:sp>
      <p:sp>
        <p:nvSpPr>
          <p:cNvPr id="180" name="Google Shape;180;p144"/>
          <p:cNvSpPr/>
          <p:nvPr>
            <p:ph idx="5" type="pic"/>
          </p:nvPr>
        </p:nvSpPr>
        <p:spPr>
          <a:xfrm>
            <a:off x="5484686" y="0"/>
            <a:ext cx="1831086" cy="1721358"/>
          </a:xfrm>
          <a:prstGeom prst="rect">
            <a:avLst/>
          </a:prstGeom>
          <a:noFill/>
          <a:ln>
            <a:noFill/>
          </a:ln>
        </p:spPr>
      </p:sp>
      <p:sp>
        <p:nvSpPr>
          <p:cNvPr id="181" name="Google Shape;181;p144"/>
          <p:cNvSpPr/>
          <p:nvPr>
            <p:ph idx="6" type="pic"/>
          </p:nvPr>
        </p:nvSpPr>
        <p:spPr>
          <a:xfrm>
            <a:off x="7312914" y="0"/>
            <a:ext cx="1831086" cy="1721358"/>
          </a:xfrm>
          <a:prstGeom prst="rect">
            <a:avLst/>
          </a:prstGeom>
          <a:noFill/>
          <a:ln>
            <a:noFill/>
          </a:ln>
        </p:spPr>
      </p:sp>
      <p:sp>
        <p:nvSpPr>
          <p:cNvPr id="182" name="Google Shape;182;p144"/>
          <p:cNvSpPr/>
          <p:nvPr>
            <p:ph idx="7" type="pic"/>
          </p:nvPr>
        </p:nvSpPr>
        <p:spPr>
          <a:xfrm>
            <a:off x="0" y="1711071"/>
            <a:ext cx="1831086" cy="1721358"/>
          </a:xfrm>
          <a:prstGeom prst="rect">
            <a:avLst/>
          </a:prstGeom>
          <a:noFill/>
          <a:ln>
            <a:noFill/>
          </a:ln>
        </p:spPr>
      </p:sp>
      <p:sp>
        <p:nvSpPr>
          <p:cNvPr id="183" name="Google Shape;183;p144"/>
          <p:cNvSpPr/>
          <p:nvPr>
            <p:ph idx="8" type="pic"/>
          </p:nvPr>
        </p:nvSpPr>
        <p:spPr>
          <a:xfrm>
            <a:off x="1828229" y="1711071"/>
            <a:ext cx="1831086" cy="1721358"/>
          </a:xfrm>
          <a:prstGeom prst="rect">
            <a:avLst/>
          </a:prstGeom>
          <a:noFill/>
          <a:ln>
            <a:noFill/>
          </a:ln>
        </p:spPr>
      </p:sp>
      <p:sp>
        <p:nvSpPr>
          <p:cNvPr id="184" name="Google Shape;184;p144"/>
          <p:cNvSpPr/>
          <p:nvPr>
            <p:ph idx="9" type="pic"/>
          </p:nvPr>
        </p:nvSpPr>
        <p:spPr>
          <a:xfrm>
            <a:off x="3656457" y="1711071"/>
            <a:ext cx="1831086" cy="1721358"/>
          </a:xfrm>
          <a:prstGeom prst="rect">
            <a:avLst/>
          </a:prstGeom>
          <a:noFill/>
          <a:ln>
            <a:noFill/>
          </a:ln>
        </p:spPr>
      </p:sp>
      <p:sp>
        <p:nvSpPr>
          <p:cNvPr id="185" name="Google Shape;185;p144"/>
          <p:cNvSpPr/>
          <p:nvPr>
            <p:ph idx="13" type="pic"/>
          </p:nvPr>
        </p:nvSpPr>
        <p:spPr>
          <a:xfrm>
            <a:off x="5484686" y="1711071"/>
            <a:ext cx="1831086" cy="1721358"/>
          </a:xfrm>
          <a:prstGeom prst="rect">
            <a:avLst/>
          </a:prstGeom>
          <a:noFill/>
          <a:ln>
            <a:noFill/>
          </a:ln>
        </p:spPr>
      </p:sp>
      <p:sp>
        <p:nvSpPr>
          <p:cNvPr id="186" name="Google Shape;186;p144"/>
          <p:cNvSpPr/>
          <p:nvPr>
            <p:ph idx="14" type="pic"/>
          </p:nvPr>
        </p:nvSpPr>
        <p:spPr>
          <a:xfrm>
            <a:off x="7312914" y="1711071"/>
            <a:ext cx="1831086" cy="1721358"/>
          </a:xfrm>
          <a:prstGeom prst="rect">
            <a:avLst/>
          </a:prstGeom>
          <a:noFill/>
          <a:ln>
            <a:noFill/>
          </a:ln>
        </p:spPr>
      </p:sp>
      <p:sp>
        <p:nvSpPr>
          <p:cNvPr id="187" name="Google Shape;187;p144"/>
          <p:cNvSpPr/>
          <p:nvPr>
            <p:ph idx="15" type="pic"/>
          </p:nvPr>
        </p:nvSpPr>
        <p:spPr>
          <a:xfrm>
            <a:off x="0" y="3422142"/>
            <a:ext cx="1831086" cy="1721358"/>
          </a:xfrm>
          <a:prstGeom prst="rect">
            <a:avLst/>
          </a:prstGeom>
          <a:noFill/>
          <a:ln>
            <a:noFill/>
          </a:ln>
        </p:spPr>
      </p:sp>
      <p:sp>
        <p:nvSpPr>
          <p:cNvPr id="188" name="Google Shape;188;p144"/>
          <p:cNvSpPr/>
          <p:nvPr>
            <p:ph idx="16" type="pic"/>
          </p:nvPr>
        </p:nvSpPr>
        <p:spPr>
          <a:xfrm>
            <a:off x="1835087" y="3422142"/>
            <a:ext cx="1831086" cy="1721358"/>
          </a:xfrm>
          <a:prstGeom prst="rect">
            <a:avLst/>
          </a:prstGeom>
          <a:noFill/>
          <a:ln>
            <a:noFill/>
          </a:ln>
        </p:spPr>
      </p:sp>
      <p:sp>
        <p:nvSpPr>
          <p:cNvPr id="189" name="Google Shape;189;p144"/>
          <p:cNvSpPr/>
          <p:nvPr>
            <p:ph idx="17" type="pic"/>
          </p:nvPr>
        </p:nvSpPr>
        <p:spPr>
          <a:xfrm>
            <a:off x="3663315" y="3422142"/>
            <a:ext cx="1831086" cy="1721358"/>
          </a:xfrm>
          <a:prstGeom prst="rect">
            <a:avLst/>
          </a:prstGeom>
          <a:noFill/>
          <a:ln>
            <a:noFill/>
          </a:ln>
        </p:spPr>
      </p:sp>
      <p:sp>
        <p:nvSpPr>
          <p:cNvPr id="190" name="Google Shape;190;p144"/>
          <p:cNvSpPr/>
          <p:nvPr>
            <p:ph idx="18" type="pic"/>
          </p:nvPr>
        </p:nvSpPr>
        <p:spPr>
          <a:xfrm>
            <a:off x="5491544" y="3422142"/>
            <a:ext cx="1831086" cy="1721358"/>
          </a:xfrm>
          <a:prstGeom prst="rect">
            <a:avLst/>
          </a:prstGeom>
          <a:noFill/>
          <a:ln>
            <a:noFill/>
          </a:ln>
        </p:spPr>
      </p:sp>
      <p:sp>
        <p:nvSpPr>
          <p:cNvPr id="191" name="Google Shape;191;p144"/>
          <p:cNvSpPr/>
          <p:nvPr>
            <p:ph idx="19" type="pic"/>
          </p:nvPr>
        </p:nvSpPr>
        <p:spPr>
          <a:xfrm>
            <a:off x="7312914" y="3422142"/>
            <a:ext cx="1831086" cy="1721358"/>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Title Only" showMasterSp="0">
  <p:cSld name="9_Title Only">
    <p:spTree>
      <p:nvGrpSpPr>
        <p:cNvPr id="192" name="Shape 192"/>
        <p:cNvGrpSpPr/>
        <p:nvPr/>
      </p:nvGrpSpPr>
      <p:grpSpPr>
        <a:xfrm>
          <a:off x="0" y="0"/>
          <a:ext cx="0" cy="0"/>
          <a:chOff x="0" y="0"/>
          <a:chExt cx="0" cy="0"/>
        </a:xfrm>
      </p:grpSpPr>
      <p:sp>
        <p:nvSpPr>
          <p:cNvPr id="193" name="Google Shape;193;p145"/>
          <p:cNvSpPr/>
          <p:nvPr>
            <p:ph idx="2" type="pic"/>
          </p:nvPr>
        </p:nvSpPr>
        <p:spPr>
          <a:xfrm>
            <a:off x="0" y="0"/>
            <a:ext cx="1536192" cy="1296162"/>
          </a:xfrm>
          <a:prstGeom prst="rect">
            <a:avLst/>
          </a:prstGeom>
          <a:noFill/>
          <a:ln>
            <a:noFill/>
          </a:ln>
        </p:spPr>
      </p:sp>
      <p:sp>
        <p:nvSpPr>
          <p:cNvPr id="194" name="Google Shape;194;p145"/>
          <p:cNvSpPr/>
          <p:nvPr>
            <p:ph idx="3" type="pic"/>
          </p:nvPr>
        </p:nvSpPr>
        <p:spPr>
          <a:xfrm>
            <a:off x="1521562" y="0"/>
            <a:ext cx="1536192" cy="1296162"/>
          </a:xfrm>
          <a:prstGeom prst="rect">
            <a:avLst/>
          </a:prstGeom>
          <a:noFill/>
          <a:ln>
            <a:noFill/>
          </a:ln>
        </p:spPr>
      </p:sp>
      <p:sp>
        <p:nvSpPr>
          <p:cNvPr id="195" name="Google Shape;195;p145"/>
          <p:cNvSpPr/>
          <p:nvPr>
            <p:ph idx="4" type="pic"/>
          </p:nvPr>
        </p:nvSpPr>
        <p:spPr>
          <a:xfrm>
            <a:off x="3043124" y="0"/>
            <a:ext cx="1536192" cy="1296162"/>
          </a:xfrm>
          <a:prstGeom prst="rect">
            <a:avLst/>
          </a:prstGeom>
          <a:noFill/>
          <a:ln>
            <a:noFill/>
          </a:ln>
        </p:spPr>
      </p:sp>
      <p:sp>
        <p:nvSpPr>
          <p:cNvPr id="196" name="Google Shape;196;p145"/>
          <p:cNvSpPr/>
          <p:nvPr>
            <p:ph idx="5" type="pic"/>
          </p:nvPr>
        </p:nvSpPr>
        <p:spPr>
          <a:xfrm>
            <a:off x="4564685" y="0"/>
            <a:ext cx="1536192" cy="1296162"/>
          </a:xfrm>
          <a:prstGeom prst="rect">
            <a:avLst/>
          </a:prstGeom>
          <a:noFill/>
          <a:ln>
            <a:noFill/>
          </a:ln>
        </p:spPr>
      </p:sp>
      <p:sp>
        <p:nvSpPr>
          <p:cNvPr id="197" name="Google Shape;197;p145"/>
          <p:cNvSpPr/>
          <p:nvPr>
            <p:ph idx="6" type="pic"/>
          </p:nvPr>
        </p:nvSpPr>
        <p:spPr>
          <a:xfrm>
            <a:off x="7607808" y="0"/>
            <a:ext cx="1536192" cy="1296162"/>
          </a:xfrm>
          <a:prstGeom prst="rect">
            <a:avLst/>
          </a:prstGeom>
          <a:noFill/>
          <a:ln>
            <a:noFill/>
          </a:ln>
        </p:spPr>
      </p:sp>
      <p:sp>
        <p:nvSpPr>
          <p:cNvPr id="198" name="Google Shape;198;p145"/>
          <p:cNvSpPr/>
          <p:nvPr>
            <p:ph idx="7" type="pic"/>
          </p:nvPr>
        </p:nvSpPr>
        <p:spPr>
          <a:xfrm>
            <a:off x="6086247" y="0"/>
            <a:ext cx="1536192" cy="1296162"/>
          </a:xfrm>
          <a:prstGeom prst="rect">
            <a:avLst/>
          </a:prstGeom>
          <a:noFill/>
          <a:ln>
            <a:noFill/>
          </a:ln>
        </p:spPr>
      </p:sp>
      <p:sp>
        <p:nvSpPr>
          <p:cNvPr id="199" name="Google Shape;199;p145"/>
          <p:cNvSpPr/>
          <p:nvPr>
            <p:ph idx="8" type="pic"/>
          </p:nvPr>
        </p:nvSpPr>
        <p:spPr>
          <a:xfrm>
            <a:off x="0" y="1282446"/>
            <a:ext cx="1536192" cy="1296162"/>
          </a:xfrm>
          <a:prstGeom prst="rect">
            <a:avLst/>
          </a:prstGeom>
          <a:noFill/>
          <a:ln>
            <a:noFill/>
          </a:ln>
        </p:spPr>
      </p:sp>
      <p:sp>
        <p:nvSpPr>
          <p:cNvPr id="200" name="Google Shape;200;p145"/>
          <p:cNvSpPr/>
          <p:nvPr>
            <p:ph idx="9" type="pic"/>
          </p:nvPr>
        </p:nvSpPr>
        <p:spPr>
          <a:xfrm>
            <a:off x="1521562" y="1282446"/>
            <a:ext cx="1536192" cy="1296162"/>
          </a:xfrm>
          <a:prstGeom prst="rect">
            <a:avLst/>
          </a:prstGeom>
          <a:noFill/>
          <a:ln>
            <a:noFill/>
          </a:ln>
        </p:spPr>
      </p:sp>
      <p:sp>
        <p:nvSpPr>
          <p:cNvPr id="201" name="Google Shape;201;p145"/>
          <p:cNvSpPr/>
          <p:nvPr>
            <p:ph idx="13" type="pic"/>
          </p:nvPr>
        </p:nvSpPr>
        <p:spPr>
          <a:xfrm>
            <a:off x="3043124" y="1282446"/>
            <a:ext cx="1536192" cy="1296162"/>
          </a:xfrm>
          <a:prstGeom prst="rect">
            <a:avLst/>
          </a:prstGeom>
          <a:noFill/>
          <a:ln>
            <a:noFill/>
          </a:ln>
        </p:spPr>
      </p:sp>
      <p:sp>
        <p:nvSpPr>
          <p:cNvPr id="202" name="Google Shape;202;p145"/>
          <p:cNvSpPr/>
          <p:nvPr>
            <p:ph idx="14" type="pic"/>
          </p:nvPr>
        </p:nvSpPr>
        <p:spPr>
          <a:xfrm>
            <a:off x="4564685" y="1282446"/>
            <a:ext cx="1536192" cy="1296162"/>
          </a:xfrm>
          <a:prstGeom prst="rect">
            <a:avLst/>
          </a:prstGeom>
          <a:noFill/>
          <a:ln>
            <a:noFill/>
          </a:ln>
        </p:spPr>
      </p:sp>
      <p:sp>
        <p:nvSpPr>
          <p:cNvPr id="203" name="Google Shape;203;p145"/>
          <p:cNvSpPr/>
          <p:nvPr>
            <p:ph idx="15" type="pic"/>
          </p:nvPr>
        </p:nvSpPr>
        <p:spPr>
          <a:xfrm>
            <a:off x="7607808" y="1282446"/>
            <a:ext cx="1536192" cy="1296162"/>
          </a:xfrm>
          <a:prstGeom prst="rect">
            <a:avLst/>
          </a:prstGeom>
          <a:noFill/>
          <a:ln>
            <a:noFill/>
          </a:ln>
        </p:spPr>
      </p:sp>
      <p:sp>
        <p:nvSpPr>
          <p:cNvPr id="204" name="Google Shape;204;p145"/>
          <p:cNvSpPr/>
          <p:nvPr>
            <p:ph idx="16" type="pic"/>
          </p:nvPr>
        </p:nvSpPr>
        <p:spPr>
          <a:xfrm>
            <a:off x="6086247" y="1282446"/>
            <a:ext cx="1536192" cy="1296162"/>
          </a:xfrm>
          <a:prstGeom prst="rect">
            <a:avLst/>
          </a:prstGeom>
          <a:noFill/>
          <a:ln>
            <a:noFill/>
          </a:ln>
        </p:spPr>
      </p:sp>
      <p:sp>
        <p:nvSpPr>
          <p:cNvPr id="205" name="Google Shape;205;p145"/>
          <p:cNvSpPr/>
          <p:nvPr>
            <p:ph idx="17" type="pic"/>
          </p:nvPr>
        </p:nvSpPr>
        <p:spPr>
          <a:xfrm>
            <a:off x="0" y="2564892"/>
            <a:ext cx="1536192" cy="1296162"/>
          </a:xfrm>
          <a:prstGeom prst="rect">
            <a:avLst/>
          </a:prstGeom>
          <a:noFill/>
          <a:ln>
            <a:noFill/>
          </a:ln>
        </p:spPr>
      </p:sp>
      <p:sp>
        <p:nvSpPr>
          <p:cNvPr id="206" name="Google Shape;206;p145"/>
          <p:cNvSpPr/>
          <p:nvPr>
            <p:ph idx="18" type="pic"/>
          </p:nvPr>
        </p:nvSpPr>
        <p:spPr>
          <a:xfrm>
            <a:off x="1521562" y="2564892"/>
            <a:ext cx="1536192" cy="1296162"/>
          </a:xfrm>
          <a:prstGeom prst="rect">
            <a:avLst/>
          </a:prstGeom>
          <a:noFill/>
          <a:ln>
            <a:noFill/>
          </a:ln>
        </p:spPr>
      </p:sp>
      <p:sp>
        <p:nvSpPr>
          <p:cNvPr id="207" name="Google Shape;207;p145"/>
          <p:cNvSpPr/>
          <p:nvPr>
            <p:ph idx="19" type="pic"/>
          </p:nvPr>
        </p:nvSpPr>
        <p:spPr>
          <a:xfrm>
            <a:off x="3043124" y="2564892"/>
            <a:ext cx="1536192" cy="1296162"/>
          </a:xfrm>
          <a:prstGeom prst="rect">
            <a:avLst/>
          </a:prstGeom>
          <a:noFill/>
          <a:ln>
            <a:noFill/>
          </a:ln>
        </p:spPr>
      </p:sp>
      <p:sp>
        <p:nvSpPr>
          <p:cNvPr id="208" name="Google Shape;208;p145"/>
          <p:cNvSpPr/>
          <p:nvPr>
            <p:ph idx="20" type="pic"/>
          </p:nvPr>
        </p:nvSpPr>
        <p:spPr>
          <a:xfrm>
            <a:off x="4564685" y="2564892"/>
            <a:ext cx="1536192" cy="1296162"/>
          </a:xfrm>
          <a:prstGeom prst="rect">
            <a:avLst/>
          </a:prstGeom>
          <a:noFill/>
          <a:ln>
            <a:noFill/>
          </a:ln>
        </p:spPr>
      </p:sp>
      <p:sp>
        <p:nvSpPr>
          <p:cNvPr id="209" name="Google Shape;209;p145"/>
          <p:cNvSpPr/>
          <p:nvPr>
            <p:ph idx="21" type="pic"/>
          </p:nvPr>
        </p:nvSpPr>
        <p:spPr>
          <a:xfrm>
            <a:off x="7607808" y="2564892"/>
            <a:ext cx="1536192" cy="1296162"/>
          </a:xfrm>
          <a:prstGeom prst="rect">
            <a:avLst/>
          </a:prstGeom>
          <a:noFill/>
          <a:ln>
            <a:noFill/>
          </a:ln>
        </p:spPr>
      </p:sp>
      <p:sp>
        <p:nvSpPr>
          <p:cNvPr id="210" name="Google Shape;210;p145"/>
          <p:cNvSpPr/>
          <p:nvPr>
            <p:ph idx="22" type="pic"/>
          </p:nvPr>
        </p:nvSpPr>
        <p:spPr>
          <a:xfrm>
            <a:off x="6086247" y="2564892"/>
            <a:ext cx="1536192" cy="1296162"/>
          </a:xfrm>
          <a:prstGeom prst="rect">
            <a:avLst/>
          </a:prstGeom>
          <a:noFill/>
          <a:ln>
            <a:noFill/>
          </a:ln>
        </p:spPr>
      </p:sp>
      <p:sp>
        <p:nvSpPr>
          <p:cNvPr id="211" name="Google Shape;211;p145"/>
          <p:cNvSpPr/>
          <p:nvPr>
            <p:ph idx="23" type="pic"/>
          </p:nvPr>
        </p:nvSpPr>
        <p:spPr>
          <a:xfrm>
            <a:off x="0" y="3847338"/>
            <a:ext cx="1536192" cy="1296162"/>
          </a:xfrm>
          <a:prstGeom prst="rect">
            <a:avLst/>
          </a:prstGeom>
          <a:noFill/>
          <a:ln>
            <a:noFill/>
          </a:ln>
        </p:spPr>
      </p:sp>
      <p:sp>
        <p:nvSpPr>
          <p:cNvPr id="212" name="Google Shape;212;p145"/>
          <p:cNvSpPr/>
          <p:nvPr>
            <p:ph idx="24" type="pic"/>
          </p:nvPr>
        </p:nvSpPr>
        <p:spPr>
          <a:xfrm>
            <a:off x="1521562" y="3847338"/>
            <a:ext cx="1536192" cy="1296162"/>
          </a:xfrm>
          <a:prstGeom prst="rect">
            <a:avLst/>
          </a:prstGeom>
          <a:noFill/>
          <a:ln>
            <a:noFill/>
          </a:ln>
        </p:spPr>
      </p:sp>
      <p:sp>
        <p:nvSpPr>
          <p:cNvPr id="213" name="Google Shape;213;p145"/>
          <p:cNvSpPr/>
          <p:nvPr>
            <p:ph idx="25" type="pic"/>
          </p:nvPr>
        </p:nvSpPr>
        <p:spPr>
          <a:xfrm>
            <a:off x="3043124" y="3847338"/>
            <a:ext cx="1536192" cy="1296162"/>
          </a:xfrm>
          <a:prstGeom prst="rect">
            <a:avLst/>
          </a:prstGeom>
          <a:noFill/>
          <a:ln>
            <a:noFill/>
          </a:ln>
        </p:spPr>
      </p:sp>
      <p:sp>
        <p:nvSpPr>
          <p:cNvPr id="214" name="Google Shape;214;p145"/>
          <p:cNvSpPr/>
          <p:nvPr>
            <p:ph idx="26" type="pic"/>
          </p:nvPr>
        </p:nvSpPr>
        <p:spPr>
          <a:xfrm>
            <a:off x="4564685" y="3847338"/>
            <a:ext cx="1536192" cy="1296162"/>
          </a:xfrm>
          <a:prstGeom prst="rect">
            <a:avLst/>
          </a:prstGeom>
          <a:noFill/>
          <a:ln>
            <a:noFill/>
          </a:ln>
        </p:spPr>
      </p:sp>
      <p:sp>
        <p:nvSpPr>
          <p:cNvPr id="215" name="Google Shape;215;p145"/>
          <p:cNvSpPr/>
          <p:nvPr>
            <p:ph idx="27" type="pic"/>
          </p:nvPr>
        </p:nvSpPr>
        <p:spPr>
          <a:xfrm>
            <a:off x="7607808" y="3847338"/>
            <a:ext cx="1536192" cy="1296162"/>
          </a:xfrm>
          <a:prstGeom prst="rect">
            <a:avLst/>
          </a:prstGeom>
          <a:noFill/>
          <a:ln>
            <a:noFill/>
          </a:ln>
        </p:spPr>
      </p:sp>
      <p:sp>
        <p:nvSpPr>
          <p:cNvPr id="216" name="Google Shape;216;p145"/>
          <p:cNvSpPr/>
          <p:nvPr>
            <p:ph idx="28" type="pic"/>
          </p:nvPr>
        </p:nvSpPr>
        <p:spPr>
          <a:xfrm>
            <a:off x="6086247" y="3847338"/>
            <a:ext cx="1536192" cy="1296162"/>
          </a:xfrm>
          <a:prstGeom prst="rect">
            <a:avLst/>
          </a:prstGeom>
          <a:no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Image Text ">
  <p:cSld name="Four Image Text ">
    <p:spTree>
      <p:nvGrpSpPr>
        <p:cNvPr id="217" name="Shape 217"/>
        <p:cNvGrpSpPr/>
        <p:nvPr/>
      </p:nvGrpSpPr>
      <p:grpSpPr>
        <a:xfrm>
          <a:off x="0" y="0"/>
          <a:ext cx="0" cy="0"/>
          <a:chOff x="0" y="0"/>
          <a:chExt cx="0" cy="0"/>
        </a:xfrm>
      </p:grpSpPr>
      <p:sp>
        <p:nvSpPr>
          <p:cNvPr id="218" name="Google Shape;218;p146"/>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9" name="Google Shape;219;p146"/>
          <p:cNvSpPr/>
          <p:nvPr>
            <p:ph idx="2" type="pic"/>
          </p:nvPr>
        </p:nvSpPr>
        <p:spPr>
          <a:xfrm>
            <a:off x="685800" y="1047750"/>
            <a:ext cx="1828800" cy="2555579"/>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accent1"/>
            </a:outerShdw>
          </a:effectLst>
        </p:spPr>
      </p:sp>
      <p:sp>
        <p:nvSpPr>
          <p:cNvPr id="220" name="Google Shape;220;p146"/>
          <p:cNvSpPr/>
          <p:nvPr>
            <p:ph idx="3" type="pic"/>
          </p:nvPr>
        </p:nvSpPr>
        <p:spPr>
          <a:xfrm>
            <a:off x="2667000" y="1047750"/>
            <a:ext cx="1828800" cy="2555579"/>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accent3"/>
            </a:outerShdw>
          </a:effectLst>
        </p:spPr>
      </p:sp>
      <p:sp>
        <p:nvSpPr>
          <p:cNvPr id="221" name="Google Shape;221;p146"/>
          <p:cNvSpPr/>
          <p:nvPr>
            <p:ph idx="4" type="pic"/>
          </p:nvPr>
        </p:nvSpPr>
        <p:spPr>
          <a:xfrm>
            <a:off x="4648200" y="1047750"/>
            <a:ext cx="1828800" cy="2555579"/>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accent2"/>
            </a:outerShdw>
          </a:effectLst>
        </p:spPr>
      </p:sp>
      <p:sp>
        <p:nvSpPr>
          <p:cNvPr id="222" name="Google Shape;222;p146"/>
          <p:cNvSpPr/>
          <p:nvPr>
            <p:ph idx="5" type="pic"/>
          </p:nvPr>
        </p:nvSpPr>
        <p:spPr>
          <a:xfrm>
            <a:off x="6629400" y="1047750"/>
            <a:ext cx="1828800" cy="2555579"/>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lt2"/>
            </a:outerShdw>
          </a:effectLst>
        </p:spPr>
      </p:sp>
      <p:sp>
        <p:nvSpPr>
          <p:cNvPr id="223" name="Google Shape;223;p146"/>
          <p:cNvSpPr txBox="1"/>
          <p:nvPr>
            <p:ph idx="1" type="body"/>
          </p:nvPr>
        </p:nvSpPr>
        <p:spPr>
          <a:xfrm>
            <a:off x="685800" y="3735424"/>
            <a:ext cx="1828800" cy="71913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4" name="Google Shape;224;p146"/>
          <p:cNvSpPr txBox="1"/>
          <p:nvPr>
            <p:ph idx="6" type="body"/>
          </p:nvPr>
        </p:nvSpPr>
        <p:spPr>
          <a:xfrm>
            <a:off x="2667000" y="3735424"/>
            <a:ext cx="1828800" cy="71913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Clr>
                <a:schemeClr val="accent3"/>
              </a:buClr>
              <a:buSzPts val="1050"/>
              <a:buFont typeface="Arial"/>
              <a:buChar char="•"/>
              <a:defRPr sz="1050"/>
            </a:lvl2pPr>
            <a:lvl3pPr indent="-295275" lvl="2" marL="1371600" algn="l">
              <a:lnSpc>
                <a:spcPct val="100000"/>
              </a:lnSpc>
              <a:spcBef>
                <a:spcPts val="210"/>
              </a:spcBef>
              <a:spcAft>
                <a:spcPts val="0"/>
              </a:spcAft>
              <a:buClr>
                <a:schemeClr val="accent3"/>
              </a:buClr>
              <a:buSzPts val="1050"/>
              <a:buChar char="•"/>
              <a:defRPr sz="1050"/>
            </a:lvl3pPr>
            <a:lvl4pPr indent="-295275" lvl="3" marL="1828800" algn="l">
              <a:lnSpc>
                <a:spcPct val="100000"/>
              </a:lnSpc>
              <a:spcBef>
                <a:spcPts val="210"/>
              </a:spcBef>
              <a:spcAft>
                <a:spcPts val="0"/>
              </a:spcAft>
              <a:buClr>
                <a:schemeClr val="accent3"/>
              </a:buClr>
              <a:buSzPts val="1050"/>
              <a:buChar char="–"/>
              <a:defRPr sz="1050"/>
            </a:lvl4pPr>
            <a:lvl5pPr indent="-295275" lvl="4" marL="2286000" algn="l">
              <a:lnSpc>
                <a:spcPct val="100000"/>
              </a:lnSpc>
              <a:spcBef>
                <a:spcPts val="210"/>
              </a:spcBef>
              <a:spcAft>
                <a:spcPts val="0"/>
              </a:spcAft>
              <a:buClr>
                <a:schemeClr val="accent3"/>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5" name="Google Shape;225;p146"/>
          <p:cNvSpPr txBox="1"/>
          <p:nvPr>
            <p:ph idx="7" type="body"/>
          </p:nvPr>
        </p:nvSpPr>
        <p:spPr>
          <a:xfrm>
            <a:off x="4648200" y="3735424"/>
            <a:ext cx="1828800" cy="71913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Clr>
                <a:schemeClr val="accent2"/>
              </a:buClr>
              <a:buSzPts val="1050"/>
              <a:buFont typeface="Arial"/>
              <a:buChar char="•"/>
              <a:defRPr sz="1050"/>
            </a:lvl2pPr>
            <a:lvl3pPr indent="-295275" lvl="2" marL="1371600" algn="l">
              <a:lnSpc>
                <a:spcPct val="100000"/>
              </a:lnSpc>
              <a:spcBef>
                <a:spcPts val="210"/>
              </a:spcBef>
              <a:spcAft>
                <a:spcPts val="0"/>
              </a:spcAft>
              <a:buClr>
                <a:schemeClr val="accent2"/>
              </a:buClr>
              <a:buSzPts val="1050"/>
              <a:buChar char="•"/>
              <a:defRPr sz="1050"/>
            </a:lvl3pPr>
            <a:lvl4pPr indent="-295275" lvl="3" marL="1828800" algn="l">
              <a:lnSpc>
                <a:spcPct val="100000"/>
              </a:lnSpc>
              <a:spcBef>
                <a:spcPts val="210"/>
              </a:spcBef>
              <a:spcAft>
                <a:spcPts val="0"/>
              </a:spcAft>
              <a:buClr>
                <a:schemeClr val="accent2"/>
              </a:buClr>
              <a:buSzPts val="1050"/>
              <a:buChar char="–"/>
              <a:defRPr sz="1050"/>
            </a:lvl4pPr>
            <a:lvl5pPr indent="-295275" lvl="4" marL="2286000" algn="l">
              <a:lnSpc>
                <a:spcPct val="100000"/>
              </a:lnSpc>
              <a:spcBef>
                <a:spcPts val="210"/>
              </a:spcBef>
              <a:spcAft>
                <a:spcPts val="0"/>
              </a:spcAft>
              <a:buClr>
                <a:schemeClr val="accent2"/>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6" name="Google Shape;226;p146"/>
          <p:cNvSpPr txBox="1"/>
          <p:nvPr>
            <p:ph idx="8" type="body"/>
          </p:nvPr>
        </p:nvSpPr>
        <p:spPr>
          <a:xfrm>
            <a:off x="6629400" y="3735424"/>
            <a:ext cx="1828800" cy="71913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Clr>
                <a:schemeClr val="lt2"/>
              </a:buClr>
              <a:buSzPts val="1050"/>
              <a:buFont typeface="Arial"/>
              <a:buChar char="•"/>
              <a:defRPr sz="1050"/>
            </a:lvl2pPr>
            <a:lvl3pPr indent="-295275" lvl="2" marL="1371600" algn="l">
              <a:lnSpc>
                <a:spcPct val="100000"/>
              </a:lnSpc>
              <a:spcBef>
                <a:spcPts val="210"/>
              </a:spcBef>
              <a:spcAft>
                <a:spcPts val="0"/>
              </a:spcAft>
              <a:buClr>
                <a:schemeClr val="lt2"/>
              </a:buClr>
              <a:buSzPts val="1050"/>
              <a:buChar char="•"/>
              <a:defRPr sz="1050"/>
            </a:lvl3pPr>
            <a:lvl4pPr indent="-295275" lvl="3" marL="1828800" algn="l">
              <a:lnSpc>
                <a:spcPct val="100000"/>
              </a:lnSpc>
              <a:spcBef>
                <a:spcPts val="210"/>
              </a:spcBef>
              <a:spcAft>
                <a:spcPts val="0"/>
              </a:spcAft>
              <a:buClr>
                <a:schemeClr val="lt2"/>
              </a:buClr>
              <a:buSzPts val="1050"/>
              <a:buChar char="–"/>
              <a:defRPr sz="1050"/>
            </a:lvl4pPr>
            <a:lvl5pPr indent="-295275" lvl="4" marL="2286000" algn="l">
              <a:lnSpc>
                <a:spcPct val="100000"/>
              </a:lnSpc>
              <a:spcBef>
                <a:spcPts val="210"/>
              </a:spcBef>
              <a:spcAft>
                <a:spcPts val="0"/>
              </a:spcAft>
              <a:buClr>
                <a:schemeClr val="lt2"/>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Image Text Subtitle">
  <p:cSld name="Four Image Text Subtitle">
    <p:spTree>
      <p:nvGrpSpPr>
        <p:cNvPr id="227" name="Shape 227"/>
        <p:cNvGrpSpPr/>
        <p:nvPr/>
      </p:nvGrpSpPr>
      <p:grpSpPr>
        <a:xfrm>
          <a:off x="0" y="0"/>
          <a:ext cx="0" cy="0"/>
          <a:chOff x="0" y="0"/>
          <a:chExt cx="0" cy="0"/>
        </a:xfrm>
      </p:grpSpPr>
      <p:sp>
        <p:nvSpPr>
          <p:cNvPr id="228" name="Google Shape;228;p147"/>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9" name="Google Shape;229;p147"/>
          <p:cNvSpPr/>
          <p:nvPr>
            <p:ph idx="2" type="pic"/>
          </p:nvPr>
        </p:nvSpPr>
        <p:spPr>
          <a:xfrm>
            <a:off x="685800" y="1047750"/>
            <a:ext cx="1828800" cy="2555579"/>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accent1"/>
            </a:outerShdw>
          </a:effectLst>
        </p:spPr>
      </p:sp>
      <p:sp>
        <p:nvSpPr>
          <p:cNvPr id="230" name="Google Shape;230;p147"/>
          <p:cNvSpPr/>
          <p:nvPr>
            <p:ph idx="3" type="pic"/>
          </p:nvPr>
        </p:nvSpPr>
        <p:spPr>
          <a:xfrm>
            <a:off x="2667000" y="1047750"/>
            <a:ext cx="1828800" cy="2555579"/>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accent3"/>
            </a:outerShdw>
          </a:effectLst>
        </p:spPr>
      </p:sp>
      <p:sp>
        <p:nvSpPr>
          <p:cNvPr id="231" name="Google Shape;231;p147"/>
          <p:cNvSpPr/>
          <p:nvPr>
            <p:ph idx="4" type="pic"/>
          </p:nvPr>
        </p:nvSpPr>
        <p:spPr>
          <a:xfrm>
            <a:off x="4648200" y="1047750"/>
            <a:ext cx="1828800" cy="2555579"/>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accent2"/>
            </a:outerShdw>
          </a:effectLst>
        </p:spPr>
      </p:sp>
      <p:sp>
        <p:nvSpPr>
          <p:cNvPr id="232" name="Google Shape;232;p147"/>
          <p:cNvSpPr/>
          <p:nvPr>
            <p:ph idx="5" type="pic"/>
          </p:nvPr>
        </p:nvSpPr>
        <p:spPr>
          <a:xfrm>
            <a:off x="6629400" y="1047750"/>
            <a:ext cx="1828800" cy="2555579"/>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lt2"/>
            </a:outerShdw>
          </a:effectLst>
        </p:spPr>
      </p:sp>
      <p:sp>
        <p:nvSpPr>
          <p:cNvPr id="233" name="Google Shape;233;p147"/>
          <p:cNvSpPr txBox="1"/>
          <p:nvPr>
            <p:ph idx="1" type="body"/>
          </p:nvPr>
        </p:nvSpPr>
        <p:spPr>
          <a:xfrm>
            <a:off x="685800" y="3735424"/>
            <a:ext cx="1828800" cy="71913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4" name="Google Shape;234;p147"/>
          <p:cNvSpPr txBox="1"/>
          <p:nvPr>
            <p:ph idx="6" type="body"/>
          </p:nvPr>
        </p:nvSpPr>
        <p:spPr>
          <a:xfrm>
            <a:off x="2667000" y="3735424"/>
            <a:ext cx="1828800" cy="71913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Clr>
                <a:schemeClr val="accent3"/>
              </a:buClr>
              <a:buSzPts val="1050"/>
              <a:buFont typeface="Arial"/>
              <a:buChar char="•"/>
              <a:defRPr sz="1050"/>
            </a:lvl2pPr>
            <a:lvl3pPr indent="-295275" lvl="2" marL="1371600" algn="l">
              <a:lnSpc>
                <a:spcPct val="100000"/>
              </a:lnSpc>
              <a:spcBef>
                <a:spcPts val="210"/>
              </a:spcBef>
              <a:spcAft>
                <a:spcPts val="0"/>
              </a:spcAft>
              <a:buClr>
                <a:schemeClr val="accent3"/>
              </a:buClr>
              <a:buSzPts val="1050"/>
              <a:buChar char="•"/>
              <a:defRPr sz="1050"/>
            </a:lvl3pPr>
            <a:lvl4pPr indent="-295275" lvl="3" marL="1828800" algn="l">
              <a:lnSpc>
                <a:spcPct val="100000"/>
              </a:lnSpc>
              <a:spcBef>
                <a:spcPts val="210"/>
              </a:spcBef>
              <a:spcAft>
                <a:spcPts val="0"/>
              </a:spcAft>
              <a:buClr>
                <a:schemeClr val="accent3"/>
              </a:buClr>
              <a:buSzPts val="1050"/>
              <a:buChar char="–"/>
              <a:defRPr sz="1050"/>
            </a:lvl4pPr>
            <a:lvl5pPr indent="-295275" lvl="4" marL="2286000" algn="l">
              <a:lnSpc>
                <a:spcPct val="100000"/>
              </a:lnSpc>
              <a:spcBef>
                <a:spcPts val="210"/>
              </a:spcBef>
              <a:spcAft>
                <a:spcPts val="0"/>
              </a:spcAft>
              <a:buClr>
                <a:schemeClr val="accent3"/>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5" name="Google Shape;235;p147"/>
          <p:cNvSpPr txBox="1"/>
          <p:nvPr>
            <p:ph idx="7" type="body"/>
          </p:nvPr>
        </p:nvSpPr>
        <p:spPr>
          <a:xfrm>
            <a:off x="4648200" y="3735424"/>
            <a:ext cx="1828800" cy="71913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Clr>
                <a:schemeClr val="accent2"/>
              </a:buClr>
              <a:buSzPts val="1050"/>
              <a:buFont typeface="Arial"/>
              <a:buChar char="•"/>
              <a:defRPr sz="1050"/>
            </a:lvl2pPr>
            <a:lvl3pPr indent="-295275" lvl="2" marL="1371600" algn="l">
              <a:lnSpc>
                <a:spcPct val="100000"/>
              </a:lnSpc>
              <a:spcBef>
                <a:spcPts val="210"/>
              </a:spcBef>
              <a:spcAft>
                <a:spcPts val="0"/>
              </a:spcAft>
              <a:buClr>
                <a:schemeClr val="accent2"/>
              </a:buClr>
              <a:buSzPts val="1050"/>
              <a:buChar char="•"/>
              <a:defRPr sz="1050"/>
            </a:lvl3pPr>
            <a:lvl4pPr indent="-295275" lvl="3" marL="1828800" algn="l">
              <a:lnSpc>
                <a:spcPct val="100000"/>
              </a:lnSpc>
              <a:spcBef>
                <a:spcPts val="210"/>
              </a:spcBef>
              <a:spcAft>
                <a:spcPts val="0"/>
              </a:spcAft>
              <a:buClr>
                <a:schemeClr val="accent2"/>
              </a:buClr>
              <a:buSzPts val="1050"/>
              <a:buChar char="–"/>
              <a:defRPr sz="1050"/>
            </a:lvl4pPr>
            <a:lvl5pPr indent="-295275" lvl="4" marL="2286000" algn="l">
              <a:lnSpc>
                <a:spcPct val="100000"/>
              </a:lnSpc>
              <a:spcBef>
                <a:spcPts val="210"/>
              </a:spcBef>
              <a:spcAft>
                <a:spcPts val="0"/>
              </a:spcAft>
              <a:buClr>
                <a:schemeClr val="accent2"/>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6" name="Google Shape;236;p147"/>
          <p:cNvSpPr txBox="1"/>
          <p:nvPr>
            <p:ph idx="8" type="body"/>
          </p:nvPr>
        </p:nvSpPr>
        <p:spPr>
          <a:xfrm>
            <a:off x="6629400" y="3735424"/>
            <a:ext cx="1828800" cy="71913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Clr>
                <a:schemeClr val="lt2"/>
              </a:buClr>
              <a:buSzPts val="1050"/>
              <a:buFont typeface="Arial"/>
              <a:buChar char="•"/>
              <a:defRPr sz="1050"/>
            </a:lvl2pPr>
            <a:lvl3pPr indent="-295275" lvl="2" marL="1371600" algn="l">
              <a:lnSpc>
                <a:spcPct val="100000"/>
              </a:lnSpc>
              <a:spcBef>
                <a:spcPts val="210"/>
              </a:spcBef>
              <a:spcAft>
                <a:spcPts val="0"/>
              </a:spcAft>
              <a:buClr>
                <a:schemeClr val="lt2"/>
              </a:buClr>
              <a:buSzPts val="1050"/>
              <a:buChar char="•"/>
              <a:defRPr sz="1050"/>
            </a:lvl3pPr>
            <a:lvl4pPr indent="-295275" lvl="3" marL="1828800" algn="l">
              <a:lnSpc>
                <a:spcPct val="100000"/>
              </a:lnSpc>
              <a:spcBef>
                <a:spcPts val="210"/>
              </a:spcBef>
              <a:spcAft>
                <a:spcPts val="0"/>
              </a:spcAft>
              <a:buClr>
                <a:schemeClr val="lt2"/>
              </a:buClr>
              <a:buSzPts val="1050"/>
              <a:buChar char="–"/>
              <a:defRPr sz="1050"/>
            </a:lvl4pPr>
            <a:lvl5pPr indent="-295275" lvl="4" marL="2286000" algn="l">
              <a:lnSpc>
                <a:spcPct val="100000"/>
              </a:lnSpc>
              <a:spcBef>
                <a:spcPts val="210"/>
              </a:spcBef>
              <a:spcAft>
                <a:spcPts val="0"/>
              </a:spcAft>
              <a:buClr>
                <a:schemeClr val="lt2"/>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7" name="Google Shape;237;p147"/>
          <p:cNvSpPr txBox="1"/>
          <p:nvPr>
            <p:ph idx="9" type="body"/>
          </p:nvPr>
        </p:nvSpPr>
        <p:spPr>
          <a:xfrm>
            <a:off x="685800" y="700088"/>
            <a:ext cx="7772400" cy="304800"/>
          </a:xfrm>
          <a:prstGeom prst="rect">
            <a:avLst/>
          </a:prstGeom>
          <a:noFill/>
          <a:ln>
            <a:noFill/>
          </a:ln>
        </p:spPr>
        <p:txBody>
          <a:bodyPr anchorCtr="0" anchor="t" bIns="0" lIns="0" spcFirstLastPara="1" rIns="0" wrap="square" tIns="0">
            <a:normAutofit/>
          </a:bodyPr>
          <a:lstStyle>
            <a:lvl1pPr indent="-228600" lvl="0" marL="457200" algn="ctr">
              <a:lnSpc>
                <a:spcPct val="86000"/>
              </a:lnSpc>
              <a:spcBef>
                <a:spcPts val="0"/>
              </a:spcBef>
              <a:spcAft>
                <a:spcPts val="0"/>
              </a:spcAft>
              <a:buSzPts val="1350"/>
              <a:buNone/>
              <a:defRPr sz="1350"/>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 Text ">
  <p:cSld name="Three Image Text ">
    <p:spTree>
      <p:nvGrpSpPr>
        <p:cNvPr id="238" name="Shape 238"/>
        <p:cNvGrpSpPr/>
        <p:nvPr/>
      </p:nvGrpSpPr>
      <p:grpSpPr>
        <a:xfrm>
          <a:off x="0" y="0"/>
          <a:ext cx="0" cy="0"/>
          <a:chOff x="0" y="0"/>
          <a:chExt cx="0" cy="0"/>
        </a:xfrm>
      </p:grpSpPr>
      <p:sp>
        <p:nvSpPr>
          <p:cNvPr id="239" name="Google Shape;239;p148"/>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0" name="Google Shape;240;p148"/>
          <p:cNvSpPr/>
          <p:nvPr>
            <p:ph idx="2" type="pic"/>
          </p:nvPr>
        </p:nvSpPr>
        <p:spPr>
          <a:xfrm>
            <a:off x="685800" y="1047750"/>
            <a:ext cx="2496312" cy="2555579"/>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accent1"/>
            </a:outerShdw>
          </a:effectLst>
        </p:spPr>
      </p:sp>
      <p:sp>
        <p:nvSpPr>
          <p:cNvPr id="241" name="Google Shape;241;p148"/>
          <p:cNvSpPr/>
          <p:nvPr>
            <p:ph idx="3" type="pic"/>
          </p:nvPr>
        </p:nvSpPr>
        <p:spPr>
          <a:xfrm>
            <a:off x="3323844" y="1047750"/>
            <a:ext cx="2496312" cy="2555579"/>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accent4"/>
            </a:outerShdw>
          </a:effectLst>
        </p:spPr>
      </p:sp>
      <p:sp>
        <p:nvSpPr>
          <p:cNvPr id="242" name="Google Shape;242;p148"/>
          <p:cNvSpPr/>
          <p:nvPr>
            <p:ph idx="4" type="pic"/>
          </p:nvPr>
        </p:nvSpPr>
        <p:spPr>
          <a:xfrm>
            <a:off x="5961888" y="1047750"/>
            <a:ext cx="2496312" cy="2555579"/>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accent2"/>
            </a:outerShdw>
          </a:effectLst>
        </p:spPr>
      </p:sp>
      <p:sp>
        <p:nvSpPr>
          <p:cNvPr id="243" name="Google Shape;243;p148"/>
          <p:cNvSpPr txBox="1"/>
          <p:nvPr>
            <p:ph idx="1" type="body"/>
          </p:nvPr>
        </p:nvSpPr>
        <p:spPr>
          <a:xfrm>
            <a:off x="685800" y="3735424"/>
            <a:ext cx="2496312" cy="71913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4" name="Google Shape;244;p148"/>
          <p:cNvSpPr txBox="1"/>
          <p:nvPr>
            <p:ph idx="5" type="body"/>
          </p:nvPr>
        </p:nvSpPr>
        <p:spPr>
          <a:xfrm>
            <a:off x="3323844" y="3735424"/>
            <a:ext cx="2496312" cy="71913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Clr>
                <a:schemeClr val="accent4"/>
              </a:buClr>
              <a:buSzPts val="1050"/>
              <a:buFont typeface="Arial"/>
              <a:buChar char="•"/>
              <a:defRPr sz="1050"/>
            </a:lvl2pPr>
            <a:lvl3pPr indent="-295275" lvl="2" marL="1371600" algn="l">
              <a:lnSpc>
                <a:spcPct val="100000"/>
              </a:lnSpc>
              <a:spcBef>
                <a:spcPts val="210"/>
              </a:spcBef>
              <a:spcAft>
                <a:spcPts val="0"/>
              </a:spcAft>
              <a:buClr>
                <a:schemeClr val="accent4"/>
              </a:buClr>
              <a:buSzPts val="1050"/>
              <a:buChar char="•"/>
              <a:defRPr sz="1050"/>
            </a:lvl3pPr>
            <a:lvl4pPr indent="-295275" lvl="3" marL="1828800" algn="l">
              <a:lnSpc>
                <a:spcPct val="100000"/>
              </a:lnSpc>
              <a:spcBef>
                <a:spcPts val="210"/>
              </a:spcBef>
              <a:spcAft>
                <a:spcPts val="0"/>
              </a:spcAft>
              <a:buClr>
                <a:schemeClr val="accent4"/>
              </a:buClr>
              <a:buSzPts val="1050"/>
              <a:buChar char="–"/>
              <a:defRPr sz="1050"/>
            </a:lvl4pPr>
            <a:lvl5pPr indent="-295275" lvl="4" marL="2286000" algn="l">
              <a:lnSpc>
                <a:spcPct val="100000"/>
              </a:lnSpc>
              <a:spcBef>
                <a:spcPts val="210"/>
              </a:spcBef>
              <a:spcAft>
                <a:spcPts val="0"/>
              </a:spcAft>
              <a:buClr>
                <a:schemeClr val="accent4"/>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5" name="Google Shape;245;p148"/>
          <p:cNvSpPr txBox="1"/>
          <p:nvPr>
            <p:ph idx="6" type="body"/>
          </p:nvPr>
        </p:nvSpPr>
        <p:spPr>
          <a:xfrm>
            <a:off x="5961888" y="3735424"/>
            <a:ext cx="2496312" cy="71913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Clr>
                <a:schemeClr val="accent2"/>
              </a:buClr>
              <a:buSzPts val="1050"/>
              <a:buFont typeface="Arial"/>
              <a:buChar char="•"/>
              <a:defRPr sz="1050"/>
            </a:lvl2pPr>
            <a:lvl3pPr indent="-295275" lvl="2" marL="1371600" algn="l">
              <a:lnSpc>
                <a:spcPct val="100000"/>
              </a:lnSpc>
              <a:spcBef>
                <a:spcPts val="210"/>
              </a:spcBef>
              <a:spcAft>
                <a:spcPts val="0"/>
              </a:spcAft>
              <a:buClr>
                <a:schemeClr val="accent2"/>
              </a:buClr>
              <a:buSzPts val="1050"/>
              <a:buChar char="•"/>
              <a:defRPr sz="1050"/>
            </a:lvl3pPr>
            <a:lvl4pPr indent="-295275" lvl="3" marL="1828800" algn="l">
              <a:lnSpc>
                <a:spcPct val="100000"/>
              </a:lnSpc>
              <a:spcBef>
                <a:spcPts val="210"/>
              </a:spcBef>
              <a:spcAft>
                <a:spcPts val="0"/>
              </a:spcAft>
              <a:buClr>
                <a:schemeClr val="accent2"/>
              </a:buClr>
              <a:buSzPts val="1050"/>
              <a:buChar char="–"/>
              <a:defRPr sz="1050"/>
            </a:lvl4pPr>
            <a:lvl5pPr indent="-295275" lvl="4" marL="2286000" algn="l">
              <a:lnSpc>
                <a:spcPct val="100000"/>
              </a:lnSpc>
              <a:spcBef>
                <a:spcPts val="210"/>
              </a:spcBef>
              <a:spcAft>
                <a:spcPts val="0"/>
              </a:spcAft>
              <a:buClr>
                <a:schemeClr val="accent2"/>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 Text Subtitle">
  <p:cSld name="Three Image Text Subtitle">
    <p:spTree>
      <p:nvGrpSpPr>
        <p:cNvPr id="246" name="Shape 246"/>
        <p:cNvGrpSpPr/>
        <p:nvPr/>
      </p:nvGrpSpPr>
      <p:grpSpPr>
        <a:xfrm>
          <a:off x="0" y="0"/>
          <a:ext cx="0" cy="0"/>
          <a:chOff x="0" y="0"/>
          <a:chExt cx="0" cy="0"/>
        </a:xfrm>
      </p:grpSpPr>
      <p:sp>
        <p:nvSpPr>
          <p:cNvPr id="247" name="Google Shape;247;p149"/>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8" name="Google Shape;248;p149"/>
          <p:cNvSpPr/>
          <p:nvPr>
            <p:ph idx="2" type="pic"/>
          </p:nvPr>
        </p:nvSpPr>
        <p:spPr>
          <a:xfrm>
            <a:off x="685800" y="1047750"/>
            <a:ext cx="2496312" cy="2555579"/>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accent1"/>
            </a:outerShdw>
          </a:effectLst>
        </p:spPr>
      </p:sp>
      <p:sp>
        <p:nvSpPr>
          <p:cNvPr id="249" name="Google Shape;249;p149"/>
          <p:cNvSpPr/>
          <p:nvPr>
            <p:ph idx="3" type="pic"/>
          </p:nvPr>
        </p:nvSpPr>
        <p:spPr>
          <a:xfrm>
            <a:off x="3323844" y="1047750"/>
            <a:ext cx="2496312" cy="2555579"/>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accent4"/>
            </a:outerShdw>
          </a:effectLst>
        </p:spPr>
      </p:sp>
      <p:sp>
        <p:nvSpPr>
          <p:cNvPr id="250" name="Google Shape;250;p149"/>
          <p:cNvSpPr/>
          <p:nvPr>
            <p:ph idx="4" type="pic"/>
          </p:nvPr>
        </p:nvSpPr>
        <p:spPr>
          <a:xfrm>
            <a:off x="5961888" y="1047750"/>
            <a:ext cx="2496312" cy="2555579"/>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accent2"/>
            </a:outerShdw>
          </a:effectLst>
        </p:spPr>
      </p:sp>
      <p:sp>
        <p:nvSpPr>
          <p:cNvPr id="251" name="Google Shape;251;p149"/>
          <p:cNvSpPr txBox="1"/>
          <p:nvPr>
            <p:ph idx="1" type="body"/>
          </p:nvPr>
        </p:nvSpPr>
        <p:spPr>
          <a:xfrm>
            <a:off x="685800" y="3735424"/>
            <a:ext cx="2496312" cy="71913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52" name="Google Shape;252;p149"/>
          <p:cNvSpPr txBox="1"/>
          <p:nvPr>
            <p:ph idx="5" type="body"/>
          </p:nvPr>
        </p:nvSpPr>
        <p:spPr>
          <a:xfrm>
            <a:off x="3323844" y="3735424"/>
            <a:ext cx="2496312" cy="71913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Clr>
                <a:schemeClr val="accent4"/>
              </a:buClr>
              <a:buSzPts val="1050"/>
              <a:buFont typeface="Arial"/>
              <a:buChar char="•"/>
              <a:defRPr sz="1050"/>
            </a:lvl2pPr>
            <a:lvl3pPr indent="-295275" lvl="2" marL="1371600" algn="l">
              <a:lnSpc>
                <a:spcPct val="100000"/>
              </a:lnSpc>
              <a:spcBef>
                <a:spcPts val="210"/>
              </a:spcBef>
              <a:spcAft>
                <a:spcPts val="0"/>
              </a:spcAft>
              <a:buClr>
                <a:schemeClr val="accent4"/>
              </a:buClr>
              <a:buSzPts val="1050"/>
              <a:buChar char="•"/>
              <a:defRPr sz="1050"/>
            </a:lvl3pPr>
            <a:lvl4pPr indent="-295275" lvl="3" marL="1828800" algn="l">
              <a:lnSpc>
                <a:spcPct val="100000"/>
              </a:lnSpc>
              <a:spcBef>
                <a:spcPts val="210"/>
              </a:spcBef>
              <a:spcAft>
                <a:spcPts val="0"/>
              </a:spcAft>
              <a:buClr>
                <a:schemeClr val="accent4"/>
              </a:buClr>
              <a:buSzPts val="1050"/>
              <a:buChar char="–"/>
              <a:defRPr sz="1050"/>
            </a:lvl4pPr>
            <a:lvl5pPr indent="-295275" lvl="4" marL="2286000" algn="l">
              <a:lnSpc>
                <a:spcPct val="100000"/>
              </a:lnSpc>
              <a:spcBef>
                <a:spcPts val="210"/>
              </a:spcBef>
              <a:spcAft>
                <a:spcPts val="0"/>
              </a:spcAft>
              <a:buClr>
                <a:schemeClr val="accent4"/>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53" name="Google Shape;253;p149"/>
          <p:cNvSpPr txBox="1"/>
          <p:nvPr>
            <p:ph idx="6" type="body"/>
          </p:nvPr>
        </p:nvSpPr>
        <p:spPr>
          <a:xfrm>
            <a:off x="5961888" y="3735424"/>
            <a:ext cx="2496312" cy="71913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Clr>
                <a:schemeClr val="accent2"/>
              </a:buClr>
              <a:buSzPts val="1050"/>
              <a:buFont typeface="Arial"/>
              <a:buChar char="•"/>
              <a:defRPr sz="1050"/>
            </a:lvl2pPr>
            <a:lvl3pPr indent="-295275" lvl="2" marL="1371600" algn="l">
              <a:lnSpc>
                <a:spcPct val="100000"/>
              </a:lnSpc>
              <a:spcBef>
                <a:spcPts val="210"/>
              </a:spcBef>
              <a:spcAft>
                <a:spcPts val="0"/>
              </a:spcAft>
              <a:buClr>
                <a:schemeClr val="accent2"/>
              </a:buClr>
              <a:buSzPts val="1050"/>
              <a:buChar char="•"/>
              <a:defRPr sz="1050"/>
            </a:lvl3pPr>
            <a:lvl4pPr indent="-295275" lvl="3" marL="1828800" algn="l">
              <a:lnSpc>
                <a:spcPct val="100000"/>
              </a:lnSpc>
              <a:spcBef>
                <a:spcPts val="210"/>
              </a:spcBef>
              <a:spcAft>
                <a:spcPts val="0"/>
              </a:spcAft>
              <a:buClr>
                <a:schemeClr val="accent2"/>
              </a:buClr>
              <a:buSzPts val="1050"/>
              <a:buChar char="–"/>
              <a:defRPr sz="1050"/>
            </a:lvl4pPr>
            <a:lvl5pPr indent="-295275" lvl="4" marL="2286000" algn="l">
              <a:lnSpc>
                <a:spcPct val="100000"/>
              </a:lnSpc>
              <a:spcBef>
                <a:spcPts val="210"/>
              </a:spcBef>
              <a:spcAft>
                <a:spcPts val="0"/>
              </a:spcAft>
              <a:buClr>
                <a:schemeClr val="accent2"/>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54" name="Google Shape;254;p149"/>
          <p:cNvSpPr txBox="1"/>
          <p:nvPr>
            <p:ph idx="7" type="body"/>
          </p:nvPr>
        </p:nvSpPr>
        <p:spPr>
          <a:xfrm>
            <a:off x="685800" y="700088"/>
            <a:ext cx="7772400" cy="304800"/>
          </a:xfrm>
          <a:prstGeom prst="rect">
            <a:avLst/>
          </a:prstGeom>
          <a:noFill/>
          <a:ln>
            <a:noFill/>
          </a:ln>
        </p:spPr>
        <p:txBody>
          <a:bodyPr anchorCtr="0" anchor="t" bIns="0" lIns="0" spcFirstLastPara="1" rIns="0" wrap="square" tIns="0">
            <a:normAutofit/>
          </a:bodyPr>
          <a:lstStyle>
            <a:lvl1pPr indent="-228600" lvl="0" marL="457200" algn="ctr">
              <a:lnSpc>
                <a:spcPct val="86000"/>
              </a:lnSpc>
              <a:spcBef>
                <a:spcPts val="0"/>
              </a:spcBef>
              <a:spcAft>
                <a:spcPts val="0"/>
              </a:spcAft>
              <a:buSzPts val="1350"/>
              <a:buNone/>
              <a:defRPr sz="1350"/>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 Text ">
  <p:cSld name="Two Image Text ">
    <p:spTree>
      <p:nvGrpSpPr>
        <p:cNvPr id="255" name="Shape 255"/>
        <p:cNvGrpSpPr/>
        <p:nvPr/>
      </p:nvGrpSpPr>
      <p:grpSpPr>
        <a:xfrm>
          <a:off x="0" y="0"/>
          <a:ext cx="0" cy="0"/>
          <a:chOff x="0" y="0"/>
          <a:chExt cx="0" cy="0"/>
        </a:xfrm>
      </p:grpSpPr>
      <p:sp>
        <p:nvSpPr>
          <p:cNvPr id="256" name="Google Shape;256;p150"/>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7" name="Google Shape;257;p150"/>
          <p:cNvSpPr/>
          <p:nvPr>
            <p:ph idx="2" type="pic"/>
          </p:nvPr>
        </p:nvSpPr>
        <p:spPr>
          <a:xfrm>
            <a:off x="685800" y="1047750"/>
            <a:ext cx="3814192" cy="2555579"/>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accent1"/>
            </a:outerShdw>
          </a:effectLst>
        </p:spPr>
      </p:sp>
      <p:sp>
        <p:nvSpPr>
          <p:cNvPr id="258" name="Google Shape;258;p150"/>
          <p:cNvSpPr/>
          <p:nvPr>
            <p:ph idx="3" type="pic"/>
          </p:nvPr>
        </p:nvSpPr>
        <p:spPr>
          <a:xfrm>
            <a:off x="4644009" y="1047750"/>
            <a:ext cx="3814192" cy="2555579"/>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lt2"/>
            </a:outerShdw>
          </a:effectLst>
        </p:spPr>
      </p:sp>
      <p:sp>
        <p:nvSpPr>
          <p:cNvPr id="259" name="Google Shape;259;p150"/>
          <p:cNvSpPr txBox="1"/>
          <p:nvPr>
            <p:ph idx="1" type="body"/>
          </p:nvPr>
        </p:nvSpPr>
        <p:spPr>
          <a:xfrm>
            <a:off x="685800" y="3735424"/>
            <a:ext cx="3814192" cy="71913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60" name="Google Shape;260;p150"/>
          <p:cNvSpPr txBox="1"/>
          <p:nvPr>
            <p:ph idx="4" type="body"/>
          </p:nvPr>
        </p:nvSpPr>
        <p:spPr>
          <a:xfrm>
            <a:off x="4644009" y="3735424"/>
            <a:ext cx="3814192" cy="71913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Clr>
                <a:schemeClr val="lt2"/>
              </a:buClr>
              <a:buSzPts val="1050"/>
              <a:buFont typeface="Arial"/>
              <a:buChar char="•"/>
              <a:defRPr sz="1050"/>
            </a:lvl2pPr>
            <a:lvl3pPr indent="-295275" lvl="2" marL="1371600" algn="l">
              <a:lnSpc>
                <a:spcPct val="100000"/>
              </a:lnSpc>
              <a:spcBef>
                <a:spcPts val="210"/>
              </a:spcBef>
              <a:spcAft>
                <a:spcPts val="0"/>
              </a:spcAft>
              <a:buClr>
                <a:schemeClr val="lt2"/>
              </a:buClr>
              <a:buSzPts val="1050"/>
              <a:buChar char="•"/>
              <a:defRPr sz="1050"/>
            </a:lvl3pPr>
            <a:lvl4pPr indent="-295275" lvl="3" marL="1828800" algn="l">
              <a:lnSpc>
                <a:spcPct val="100000"/>
              </a:lnSpc>
              <a:spcBef>
                <a:spcPts val="210"/>
              </a:spcBef>
              <a:spcAft>
                <a:spcPts val="0"/>
              </a:spcAft>
              <a:buClr>
                <a:schemeClr val="lt2"/>
              </a:buClr>
              <a:buSzPts val="1050"/>
              <a:buChar char="–"/>
              <a:defRPr sz="1050"/>
            </a:lvl4pPr>
            <a:lvl5pPr indent="-295275" lvl="4" marL="2286000" algn="l">
              <a:lnSpc>
                <a:spcPct val="100000"/>
              </a:lnSpc>
              <a:spcBef>
                <a:spcPts val="210"/>
              </a:spcBef>
              <a:spcAft>
                <a:spcPts val="0"/>
              </a:spcAft>
              <a:buClr>
                <a:schemeClr val="lt2"/>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 Text Subtitle">
  <p:cSld name="Two Image Text Subtitle">
    <p:spTree>
      <p:nvGrpSpPr>
        <p:cNvPr id="261" name="Shape 261"/>
        <p:cNvGrpSpPr/>
        <p:nvPr/>
      </p:nvGrpSpPr>
      <p:grpSpPr>
        <a:xfrm>
          <a:off x="0" y="0"/>
          <a:ext cx="0" cy="0"/>
          <a:chOff x="0" y="0"/>
          <a:chExt cx="0" cy="0"/>
        </a:xfrm>
      </p:grpSpPr>
      <p:sp>
        <p:nvSpPr>
          <p:cNvPr id="262" name="Google Shape;262;p151"/>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3" name="Google Shape;263;p151"/>
          <p:cNvSpPr/>
          <p:nvPr>
            <p:ph idx="2" type="pic"/>
          </p:nvPr>
        </p:nvSpPr>
        <p:spPr>
          <a:xfrm>
            <a:off x="685800" y="1047750"/>
            <a:ext cx="3814192" cy="2555579"/>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accent1"/>
            </a:outerShdw>
          </a:effectLst>
        </p:spPr>
      </p:sp>
      <p:sp>
        <p:nvSpPr>
          <p:cNvPr id="264" name="Google Shape;264;p151"/>
          <p:cNvSpPr/>
          <p:nvPr>
            <p:ph idx="3" type="pic"/>
          </p:nvPr>
        </p:nvSpPr>
        <p:spPr>
          <a:xfrm>
            <a:off x="4644009" y="1047750"/>
            <a:ext cx="3814192" cy="2555579"/>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lt2"/>
            </a:outerShdw>
          </a:effectLst>
        </p:spPr>
      </p:sp>
      <p:sp>
        <p:nvSpPr>
          <p:cNvPr id="265" name="Google Shape;265;p151"/>
          <p:cNvSpPr txBox="1"/>
          <p:nvPr>
            <p:ph idx="1" type="body"/>
          </p:nvPr>
        </p:nvSpPr>
        <p:spPr>
          <a:xfrm>
            <a:off x="685800" y="3735424"/>
            <a:ext cx="3814192" cy="71913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66" name="Google Shape;266;p151"/>
          <p:cNvSpPr txBox="1"/>
          <p:nvPr>
            <p:ph idx="4" type="body"/>
          </p:nvPr>
        </p:nvSpPr>
        <p:spPr>
          <a:xfrm>
            <a:off x="4644009" y="3735424"/>
            <a:ext cx="3814192" cy="71913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Clr>
                <a:schemeClr val="lt2"/>
              </a:buClr>
              <a:buSzPts val="1050"/>
              <a:buFont typeface="Arial"/>
              <a:buChar char="•"/>
              <a:defRPr sz="1050"/>
            </a:lvl2pPr>
            <a:lvl3pPr indent="-295275" lvl="2" marL="1371600" algn="l">
              <a:lnSpc>
                <a:spcPct val="100000"/>
              </a:lnSpc>
              <a:spcBef>
                <a:spcPts val="210"/>
              </a:spcBef>
              <a:spcAft>
                <a:spcPts val="0"/>
              </a:spcAft>
              <a:buClr>
                <a:schemeClr val="lt2"/>
              </a:buClr>
              <a:buSzPts val="1050"/>
              <a:buChar char="•"/>
              <a:defRPr sz="1050"/>
            </a:lvl3pPr>
            <a:lvl4pPr indent="-295275" lvl="3" marL="1828800" algn="l">
              <a:lnSpc>
                <a:spcPct val="100000"/>
              </a:lnSpc>
              <a:spcBef>
                <a:spcPts val="210"/>
              </a:spcBef>
              <a:spcAft>
                <a:spcPts val="0"/>
              </a:spcAft>
              <a:buClr>
                <a:schemeClr val="lt2"/>
              </a:buClr>
              <a:buSzPts val="1050"/>
              <a:buChar char="–"/>
              <a:defRPr sz="1050"/>
            </a:lvl4pPr>
            <a:lvl5pPr indent="-295275" lvl="4" marL="2286000" algn="l">
              <a:lnSpc>
                <a:spcPct val="100000"/>
              </a:lnSpc>
              <a:spcBef>
                <a:spcPts val="210"/>
              </a:spcBef>
              <a:spcAft>
                <a:spcPts val="0"/>
              </a:spcAft>
              <a:buClr>
                <a:schemeClr val="lt2"/>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67" name="Google Shape;267;p151"/>
          <p:cNvSpPr txBox="1"/>
          <p:nvPr>
            <p:ph idx="5" type="body"/>
          </p:nvPr>
        </p:nvSpPr>
        <p:spPr>
          <a:xfrm>
            <a:off x="685800" y="700088"/>
            <a:ext cx="7772400" cy="304800"/>
          </a:xfrm>
          <a:prstGeom prst="rect">
            <a:avLst/>
          </a:prstGeom>
          <a:noFill/>
          <a:ln>
            <a:noFill/>
          </a:ln>
        </p:spPr>
        <p:txBody>
          <a:bodyPr anchorCtr="0" anchor="t" bIns="0" lIns="0" spcFirstLastPara="1" rIns="0" wrap="square" tIns="0">
            <a:normAutofit/>
          </a:bodyPr>
          <a:lstStyle>
            <a:lvl1pPr indent="-228600" lvl="0" marL="457200" algn="ctr">
              <a:lnSpc>
                <a:spcPct val="86000"/>
              </a:lnSpc>
              <a:spcBef>
                <a:spcPts val="0"/>
              </a:spcBef>
              <a:spcAft>
                <a:spcPts val="0"/>
              </a:spcAft>
              <a:buSzPts val="1350"/>
              <a:buNone/>
              <a:defRPr sz="1350"/>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Tall Text">
  <p:cSld name="Four Tall Text">
    <p:spTree>
      <p:nvGrpSpPr>
        <p:cNvPr id="268" name="Shape 268"/>
        <p:cNvGrpSpPr/>
        <p:nvPr/>
      </p:nvGrpSpPr>
      <p:grpSpPr>
        <a:xfrm>
          <a:off x="0" y="0"/>
          <a:ext cx="0" cy="0"/>
          <a:chOff x="0" y="0"/>
          <a:chExt cx="0" cy="0"/>
        </a:xfrm>
      </p:grpSpPr>
      <p:sp>
        <p:nvSpPr>
          <p:cNvPr id="269" name="Google Shape;269;p152"/>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0" name="Google Shape;270;p152"/>
          <p:cNvSpPr/>
          <p:nvPr>
            <p:ph idx="2" type="pic"/>
          </p:nvPr>
        </p:nvSpPr>
        <p:spPr>
          <a:xfrm>
            <a:off x="685800" y="1047750"/>
            <a:ext cx="1828800" cy="1107124"/>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accent1"/>
            </a:outerShdw>
          </a:effectLst>
        </p:spPr>
      </p:sp>
      <p:sp>
        <p:nvSpPr>
          <p:cNvPr id="271" name="Google Shape;271;p152"/>
          <p:cNvSpPr/>
          <p:nvPr>
            <p:ph idx="3" type="pic"/>
          </p:nvPr>
        </p:nvSpPr>
        <p:spPr>
          <a:xfrm>
            <a:off x="2667000" y="1047750"/>
            <a:ext cx="1828800" cy="1107124"/>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accent3"/>
            </a:outerShdw>
          </a:effectLst>
        </p:spPr>
      </p:sp>
      <p:sp>
        <p:nvSpPr>
          <p:cNvPr id="272" name="Google Shape;272;p152"/>
          <p:cNvSpPr/>
          <p:nvPr>
            <p:ph idx="4" type="pic"/>
          </p:nvPr>
        </p:nvSpPr>
        <p:spPr>
          <a:xfrm>
            <a:off x="4648200" y="1047750"/>
            <a:ext cx="1828800" cy="1107124"/>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accent2"/>
            </a:outerShdw>
          </a:effectLst>
        </p:spPr>
      </p:sp>
      <p:sp>
        <p:nvSpPr>
          <p:cNvPr id="273" name="Google Shape;273;p152"/>
          <p:cNvSpPr/>
          <p:nvPr>
            <p:ph idx="5" type="pic"/>
          </p:nvPr>
        </p:nvSpPr>
        <p:spPr>
          <a:xfrm>
            <a:off x="6629400" y="1047750"/>
            <a:ext cx="1828800" cy="1107124"/>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accent4"/>
            </a:outerShdw>
          </a:effectLst>
        </p:spPr>
      </p:sp>
      <p:sp>
        <p:nvSpPr>
          <p:cNvPr id="274" name="Google Shape;274;p152"/>
          <p:cNvSpPr txBox="1"/>
          <p:nvPr>
            <p:ph idx="1" type="body"/>
          </p:nvPr>
        </p:nvSpPr>
        <p:spPr>
          <a:xfrm>
            <a:off x="685800" y="2291461"/>
            <a:ext cx="1831086" cy="224124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5" name="Google Shape;275;p152"/>
          <p:cNvSpPr txBox="1"/>
          <p:nvPr>
            <p:ph idx="6" type="body"/>
          </p:nvPr>
        </p:nvSpPr>
        <p:spPr>
          <a:xfrm>
            <a:off x="2666238" y="2291461"/>
            <a:ext cx="1831086" cy="224124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Clr>
                <a:schemeClr val="accent3"/>
              </a:buClr>
              <a:buSzPts val="1050"/>
              <a:buFont typeface="Arial"/>
              <a:buChar char="•"/>
              <a:defRPr sz="1050"/>
            </a:lvl2pPr>
            <a:lvl3pPr indent="-295275" lvl="2" marL="1371600" algn="l">
              <a:lnSpc>
                <a:spcPct val="100000"/>
              </a:lnSpc>
              <a:spcBef>
                <a:spcPts val="210"/>
              </a:spcBef>
              <a:spcAft>
                <a:spcPts val="0"/>
              </a:spcAft>
              <a:buClr>
                <a:schemeClr val="accent3"/>
              </a:buClr>
              <a:buSzPts val="1050"/>
              <a:buChar char="•"/>
              <a:defRPr sz="1050"/>
            </a:lvl3pPr>
            <a:lvl4pPr indent="-295275" lvl="3" marL="1828800" algn="l">
              <a:lnSpc>
                <a:spcPct val="100000"/>
              </a:lnSpc>
              <a:spcBef>
                <a:spcPts val="210"/>
              </a:spcBef>
              <a:spcAft>
                <a:spcPts val="0"/>
              </a:spcAft>
              <a:buClr>
                <a:schemeClr val="accent3"/>
              </a:buClr>
              <a:buSzPts val="1050"/>
              <a:buChar char="–"/>
              <a:defRPr sz="1050"/>
            </a:lvl4pPr>
            <a:lvl5pPr indent="-295275" lvl="4" marL="2286000" algn="l">
              <a:lnSpc>
                <a:spcPct val="100000"/>
              </a:lnSpc>
              <a:spcBef>
                <a:spcPts val="210"/>
              </a:spcBef>
              <a:spcAft>
                <a:spcPts val="0"/>
              </a:spcAft>
              <a:buClr>
                <a:schemeClr val="accent3"/>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6" name="Google Shape;276;p152"/>
          <p:cNvSpPr txBox="1"/>
          <p:nvPr>
            <p:ph idx="7" type="body"/>
          </p:nvPr>
        </p:nvSpPr>
        <p:spPr>
          <a:xfrm>
            <a:off x="4646676" y="2291461"/>
            <a:ext cx="1831086" cy="224124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Clr>
                <a:schemeClr val="accent2"/>
              </a:buClr>
              <a:buSzPts val="1050"/>
              <a:buFont typeface="Arial"/>
              <a:buChar char="•"/>
              <a:defRPr sz="1050"/>
            </a:lvl2pPr>
            <a:lvl3pPr indent="-295275" lvl="2" marL="1371600" algn="l">
              <a:lnSpc>
                <a:spcPct val="100000"/>
              </a:lnSpc>
              <a:spcBef>
                <a:spcPts val="210"/>
              </a:spcBef>
              <a:spcAft>
                <a:spcPts val="0"/>
              </a:spcAft>
              <a:buClr>
                <a:schemeClr val="accent2"/>
              </a:buClr>
              <a:buSzPts val="1050"/>
              <a:buChar char="•"/>
              <a:defRPr sz="1050"/>
            </a:lvl3pPr>
            <a:lvl4pPr indent="-295275" lvl="3" marL="1828800" algn="l">
              <a:lnSpc>
                <a:spcPct val="100000"/>
              </a:lnSpc>
              <a:spcBef>
                <a:spcPts val="210"/>
              </a:spcBef>
              <a:spcAft>
                <a:spcPts val="0"/>
              </a:spcAft>
              <a:buClr>
                <a:schemeClr val="accent2"/>
              </a:buClr>
              <a:buSzPts val="1050"/>
              <a:buChar char="–"/>
              <a:defRPr sz="1050"/>
            </a:lvl4pPr>
            <a:lvl5pPr indent="-295275" lvl="4" marL="2286000" algn="l">
              <a:lnSpc>
                <a:spcPct val="100000"/>
              </a:lnSpc>
              <a:spcBef>
                <a:spcPts val="210"/>
              </a:spcBef>
              <a:spcAft>
                <a:spcPts val="0"/>
              </a:spcAft>
              <a:buClr>
                <a:schemeClr val="accent2"/>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7" name="Google Shape;277;p152"/>
          <p:cNvSpPr txBox="1"/>
          <p:nvPr>
            <p:ph idx="8" type="body"/>
          </p:nvPr>
        </p:nvSpPr>
        <p:spPr>
          <a:xfrm>
            <a:off x="6627114" y="2291461"/>
            <a:ext cx="1831086" cy="224124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Clr>
                <a:schemeClr val="accent4"/>
              </a:buClr>
              <a:buSzPts val="1050"/>
              <a:buFont typeface="Arial"/>
              <a:buChar char="•"/>
              <a:defRPr sz="1050"/>
            </a:lvl2pPr>
            <a:lvl3pPr indent="-295275" lvl="2" marL="1371600" algn="l">
              <a:lnSpc>
                <a:spcPct val="100000"/>
              </a:lnSpc>
              <a:spcBef>
                <a:spcPts val="210"/>
              </a:spcBef>
              <a:spcAft>
                <a:spcPts val="0"/>
              </a:spcAft>
              <a:buClr>
                <a:schemeClr val="accent4"/>
              </a:buClr>
              <a:buSzPts val="1050"/>
              <a:buChar char="•"/>
              <a:defRPr sz="1050"/>
            </a:lvl3pPr>
            <a:lvl4pPr indent="-295275" lvl="3" marL="1828800" algn="l">
              <a:lnSpc>
                <a:spcPct val="100000"/>
              </a:lnSpc>
              <a:spcBef>
                <a:spcPts val="210"/>
              </a:spcBef>
              <a:spcAft>
                <a:spcPts val="0"/>
              </a:spcAft>
              <a:buClr>
                <a:schemeClr val="accent4"/>
              </a:buClr>
              <a:buSzPts val="1050"/>
              <a:buChar char="–"/>
              <a:defRPr sz="1050"/>
            </a:lvl4pPr>
            <a:lvl5pPr indent="-295275" lvl="4" marL="2286000" algn="l">
              <a:lnSpc>
                <a:spcPct val="100000"/>
              </a:lnSpc>
              <a:spcBef>
                <a:spcPts val="210"/>
              </a:spcBef>
              <a:spcAft>
                <a:spcPts val="0"/>
              </a:spcAft>
              <a:buClr>
                <a:schemeClr val="accent4"/>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Tall Text Subtitle">
  <p:cSld name="Four Tall Text Subtitle">
    <p:spTree>
      <p:nvGrpSpPr>
        <p:cNvPr id="278" name="Shape 278"/>
        <p:cNvGrpSpPr/>
        <p:nvPr/>
      </p:nvGrpSpPr>
      <p:grpSpPr>
        <a:xfrm>
          <a:off x="0" y="0"/>
          <a:ext cx="0" cy="0"/>
          <a:chOff x="0" y="0"/>
          <a:chExt cx="0" cy="0"/>
        </a:xfrm>
      </p:grpSpPr>
      <p:sp>
        <p:nvSpPr>
          <p:cNvPr id="279" name="Google Shape;279;p153"/>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0" name="Google Shape;280;p153"/>
          <p:cNvSpPr/>
          <p:nvPr>
            <p:ph idx="2" type="pic"/>
          </p:nvPr>
        </p:nvSpPr>
        <p:spPr>
          <a:xfrm>
            <a:off x="685800" y="1047750"/>
            <a:ext cx="1828800" cy="1107124"/>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accent1"/>
            </a:outerShdw>
          </a:effectLst>
        </p:spPr>
      </p:sp>
      <p:sp>
        <p:nvSpPr>
          <p:cNvPr id="281" name="Google Shape;281;p153"/>
          <p:cNvSpPr/>
          <p:nvPr>
            <p:ph idx="3" type="pic"/>
          </p:nvPr>
        </p:nvSpPr>
        <p:spPr>
          <a:xfrm>
            <a:off x="2667000" y="1047750"/>
            <a:ext cx="1828800" cy="1107124"/>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accent3"/>
            </a:outerShdw>
          </a:effectLst>
        </p:spPr>
      </p:sp>
      <p:sp>
        <p:nvSpPr>
          <p:cNvPr id="282" name="Google Shape;282;p153"/>
          <p:cNvSpPr/>
          <p:nvPr>
            <p:ph idx="4" type="pic"/>
          </p:nvPr>
        </p:nvSpPr>
        <p:spPr>
          <a:xfrm>
            <a:off x="4648200" y="1047750"/>
            <a:ext cx="1828800" cy="1107124"/>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accent2"/>
            </a:outerShdw>
          </a:effectLst>
        </p:spPr>
      </p:sp>
      <p:sp>
        <p:nvSpPr>
          <p:cNvPr id="283" name="Google Shape;283;p153"/>
          <p:cNvSpPr/>
          <p:nvPr>
            <p:ph idx="5" type="pic"/>
          </p:nvPr>
        </p:nvSpPr>
        <p:spPr>
          <a:xfrm>
            <a:off x="6629400" y="1047750"/>
            <a:ext cx="1828800" cy="1107124"/>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accent4"/>
            </a:outerShdw>
          </a:effectLst>
        </p:spPr>
      </p:sp>
      <p:sp>
        <p:nvSpPr>
          <p:cNvPr id="284" name="Google Shape;284;p153"/>
          <p:cNvSpPr txBox="1"/>
          <p:nvPr>
            <p:ph idx="1" type="body"/>
          </p:nvPr>
        </p:nvSpPr>
        <p:spPr>
          <a:xfrm>
            <a:off x="685800" y="2291461"/>
            <a:ext cx="1831086" cy="224124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5" name="Google Shape;285;p153"/>
          <p:cNvSpPr txBox="1"/>
          <p:nvPr>
            <p:ph idx="6" type="body"/>
          </p:nvPr>
        </p:nvSpPr>
        <p:spPr>
          <a:xfrm>
            <a:off x="2666238" y="2291461"/>
            <a:ext cx="1831086" cy="224124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Clr>
                <a:schemeClr val="accent3"/>
              </a:buClr>
              <a:buSzPts val="1050"/>
              <a:buFont typeface="Arial"/>
              <a:buChar char="•"/>
              <a:defRPr sz="1050"/>
            </a:lvl2pPr>
            <a:lvl3pPr indent="-295275" lvl="2" marL="1371600" algn="l">
              <a:lnSpc>
                <a:spcPct val="100000"/>
              </a:lnSpc>
              <a:spcBef>
                <a:spcPts val="210"/>
              </a:spcBef>
              <a:spcAft>
                <a:spcPts val="0"/>
              </a:spcAft>
              <a:buClr>
                <a:schemeClr val="accent3"/>
              </a:buClr>
              <a:buSzPts val="1050"/>
              <a:buChar char="•"/>
              <a:defRPr sz="1050"/>
            </a:lvl3pPr>
            <a:lvl4pPr indent="-295275" lvl="3" marL="1828800" algn="l">
              <a:lnSpc>
                <a:spcPct val="100000"/>
              </a:lnSpc>
              <a:spcBef>
                <a:spcPts val="210"/>
              </a:spcBef>
              <a:spcAft>
                <a:spcPts val="0"/>
              </a:spcAft>
              <a:buClr>
                <a:schemeClr val="accent3"/>
              </a:buClr>
              <a:buSzPts val="1050"/>
              <a:buChar char="–"/>
              <a:defRPr sz="1050"/>
            </a:lvl4pPr>
            <a:lvl5pPr indent="-295275" lvl="4" marL="2286000" algn="l">
              <a:lnSpc>
                <a:spcPct val="100000"/>
              </a:lnSpc>
              <a:spcBef>
                <a:spcPts val="210"/>
              </a:spcBef>
              <a:spcAft>
                <a:spcPts val="0"/>
              </a:spcAft>
              <a:buClr>
                <a:schemeClr val="accent3"/>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6" name="Google Shape;286;p153"/>
          <p:cNvSpPr txBox="1"/>
          <p:nvPr>
            <p:ph idx="7" type="body"/>
          </p:nvPr>
        </p:nvSpPr>
        <p:spPr>
          <a:xfrm>
            <a:off x="4646676" y="2291461"/>
            <a:ext cx="1831086" cy="224124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Clr>
                <a:schemeClr val="accent2"/>
              </a:buClr>
              <a:buSzPts val="1050"/>
              <a:buFont typeface="Arial"/>
              <a:buChar char="•"/>
              <a:defRPr sz="1050"/>
            </a:lvl2pPr>
            <a:lvl3pPr indent="-295275" lvl="2" marL="1371600" algn="l">
              <a:lnSpc>
                <a:spcPct val="100000"/>
              </a:lnSpc>
              <a:spcBef>
                <a:spcPts val="210"/>
              </a:spcBef>
              <a:spcAft>
                <a:spcPts val="0"/>
              </a:spcAft>
              <a:buClr>
                <a:schemeClr val="accent2"/>
              </a:buClr>
              <a:buSzPts val="1050"/>
              <a:buChar char="•"/>
              <a:defRPr sz="1050"/>
            </a:lvl3pPr>
            <a:lvl4pPr indent="-295275" lvl="3" marL="1828800" algn="l">
              <a:lnSpc>
                <a:spcPct val="100000"/>
              </a:lnSpc>
              <a:spcBef>
                <a:spcPts val="210"/>
              </a:spcBef>
              <a:spcAft>
                <a:spcPts val="0"/>
              </a:spcAft>
              <a:buClr>
                <a:schemeClr val="accent2"/>
              </a:buClr>
              <a:buSzPts val="1050"/>
              <a:buChar char="–"/>
              <a:defRPr sz="1050"/>
            </a:lvl4pPr>
            <a:lvl5pPr indent="-295275" lvl="4" marL="2286000" algn="l">
              <a:lnSpc>
                <a:spcPct val="100000"/>
              </a:lnSpc>
              <a:spcBef>
                <a:spcPts val="210"/>
              </a:spcBef>
              <a:spcAft>
                <a:spcPts val="0"/>
              </a:spcAft>
              <a:buClr>
                <a:schemeClr val="accent2"/>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7" name="Google Shape;287;p153"/>
          <p:cNvSpPr txBox="1"/>
          <p:nvPr>
            <p:ph idx="8" type="body"/>
          </p:nvPr>
        </p:nvSpPr>
        <p:spPr>
          <a:xfrm>
            <a:off x="6627114" y="2291461"/>
            <a:ext cx="1831086" cy="224124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Clr>
                <a:schemeClr val="accent4"/>
              </a:buClr>
              <a:buSzPts val="1050"/>
              <a:buFont typeface="Arial"/>
              <a:buChar char="•"/>
              <a:defRPr sz="1050"/>
            </a:lvl2pPr>
            <a:lvl3pPr indent="-295275" lvl="2" marL="1371600" algn="l">
              <a:lnSpc>
                <a:spcPct val="100000"/>
              </a:lnSpc>
              <a:spcBef>
                <a:spcPts val="210"/>
              </a:spcBef>
              <a:spcAft>
                <a:spcPts val="0"/>
              </a:spcAft>
              <a:buClr>
                <a:schemeClr val="accent4"/>
              </a:buClr>
              <a:buSzPts val="1050"/>
              <a:buChar char="•"/>
              <a:defRPr sz="1050"/>
            </a:lvl3pPr>
            <a:lvl4pPr indent="-295275" lvl="3" marL="1828800" algn="l">
              <a:lnSpc>
                <a:spcPct val="100000"/>
              </a:lnSpc>
              <a:spcBef>
                <a:spcPts val="210"/>
              </a:spcBef>
              <a:spcAft>
                <a:spcPts val="0"/>
              </a:spcAft>
              <a:buClr>
                <a:schemeClr val="accent4"/>
              </a:buClr>
              <a:buSzPts val="1050"/>
              <a:buChar char="–"/>
              <a:defRPr sz="1050"/>
            </a:lvl4pPr>
            <a:lvl5pPr indent="-295275" lvl="4" marL="2286000" algn="l">
              <a:lnSpc>
                <a:spcPct val="100000"/>
              </a:lnSpc>
              <a:spcBef>
                <a:spcPts val="210"/>
              </a:spcBef>
              <a:spcAft>
                <a:spcPts val="0"/>
              </a:spcAft>
              <a:buClr>
                <a:schemeClr val="accent4"/>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8" name="Google Shape;288;p153"/>
          <p:cNvSpPr txBox="1"/>
          <p:nvPr>
            <p:ph idx="9" type="body"/>
          </p:nvPr>
        </p:nvSpPr>
        <p:spPr>
          <a:xfrm>
            <a:off x="685800" y="700088"/>
            <a:ext cx="7772400" cy="304800"/>
          </a:xfrm>
          <a:prstGeom prst="rect">
            <a:avLst/>
          </a:prstGeom>
          <a:noFill/>
          <a:ln>
            <a:noFill/>
          </a:ln>
        </p:spPr>
        <p:txBody>
          <a:bodyPr anchorCtr="0" anchor="t" bIns="0" lIns="0" spcFirstLastPara="1" rIns="0" wrap="square" tIns="0">
            <a:normAutofit/>
          </a:bodyPr>
          <a:lstStyle>
            <a:lvl1pPr indent="-228600" lvl="0" marL="457200" algn="ctr">
              <a:lnSpc>
                <a:spcPct val="86000"/>
              </a:lnSpc>
              <a:spcBef>
                <a:spcPts val="0"/>
              </a:spcBef>
              <a:spcAft>
                <a:spcPts val="0"/>
              </a:spcAft>
              <a:buSzPts val="1350"/>
              <a:buNone/>
              <a:defRPr sz="1350"/>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Tall Text">
  <p:cSld name="Three Tall Text">
    <p:spTree>
      <p:nvGrpSpPr>
        <p:cNvPr id="289" name="Shape 289"/>
        <p:cNvGrpSpPr/>
        <p:nvPr/>
      </p:nvGrpSpPr>
      <p:grpSpPr>
        <a:xfrm>
          <a:off x="0" y="0"/>
          <a:ext cx="0" cy="0"/>
          <a:chOff x="0" y="0"/>
          <a:chExt cx="0" cy="0"/>
        </a:xfrm>
      </p:grpSpPr>
      <p:sp>
        <p:nvSpPr>
          <p:cNvPr id="290" name="Google Shape;290;p154"/>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1" name="Google Shape;291;p154"/>
          <p:cNvSpPr/>
          <p:nvPr>
            <p:ph idx="2" type="pic"/>
          </p:nvPr>
        </p:nvSpPr>
        <p:spPr>
          <a:xfrm>
            <a:off x="685800" y="1047750"/>
            <a:ext cx="2496312" cy="1104138"/>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accent1"/>
            </a:outerShdw>
          </a:effectLst>
        </p:spPr>
      </p:sp>
      <p:sp>
        <p:nvSpPr>
          <p:cNvPr id="292" name="Google Shape;292;p154"/>
          <p:cNvSpPr/>
          <p:nvPr>
            <p:ph idx="3" type="pic"/>
          </p:nvPr>
        </p:nvSpPr>
        <p:spPr>
          <a:xfrm>
            <a:off x="3323844" y="1047750"/>
            <a:ext cx="2496312" cy="1104138"/>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accent4"/>
            </a:outerShdw>
          </a:effectLst>
        </p:spPr>
      </p:sp>
      <p:sp>
        <p:nvSpPr>
          <p:cNvPr id="293" name="Google Shape;293;p154"/>
          <p:cNvSpPr/>
          <p:nvPr>
            <p:ph idx="4" type="pic"/>
          </p:nvPr>
        </p:nvSpPr>
        <p:spPr>
          <a:xfrm>
            <a:off x="5961888" y="1047750"/>
            <a:ext cx="2496312" cy="1104138"/>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accent2"/>
            </a:outerShdw>
          </a:effectLst>
        </p:spPr>
      </p:sp>
      <p:sp>
        <p:nvSpPr>
          <p:cNvPr id="294" name="Google Shape;294;p154"/>
          <p:cNvSpPr txBox="1"/>
          <p:nvPr>
            <p:ph idx="1" type="body"/>
          </p:nvPr>
        </p:nvSpPr>
        <p:spPr>
          <a:xfrm>
            <a:off x="685800" y="2291461"/>
            <a:ext cx="2496312" cy="224124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5" name="Google Shape;295;p154"/>
          <p:cNvSpPr txBox="1"/>
          <p:nvPr>
            <p:ph idx="5" type="body"/>
          </p:nvPr>
        </p:nvSpPr>
        <p:spPr>
          <a:xfrm>
            <a:off x="3323844" y="2291461"/>
            <a:ext cx="2496312" cy="224124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Clr>
                <a:schemeClr val="accent4"/>
              </a:buClr>
              <a:buSzPts val="1050"/>
              <a:buFont typeface="Arial"/>
              <a:buChar char="•"/>
              <a:defRPr sz="1050"/>
            </a:lvl2pPr>
            <a:lvl3pPr indent="-295275" lvl="2" marL="1371600" algn="l">
              <a:lnSpc>
                <a:spcPct val="100000"/>
              </a:lnSpc>
              <a:spcBef>
                <a:spcPts val="210"/>
              </a:spcBef>
              <a:spcAft>
                <a:spcPts val="0"/>
              </a:spcAft>
              <a:buClr>
                <a:schemeClr val="accent4"/>
              </a:buClr>
              <a:buSzPts val="1050"/>
              <a:buChar char="•"/>
              <a:defRPr sz="1050"/>
            </a:lvl3pPr>
            <a:lvl4pPr indent="-295275" lvl="3" marL="1828800" algn="l">
              <a:lnSpc>
                <a:spcPct val="100000"/>
              </a:lnSpc>
              <a:spcBef>
                <a:spcPts val="210"/>
              </a:spcBef>
              <a:spcAft>
                <a:spcPts val="0"/>
              </a:spcAft>
              <a:buClr>
                <a:schemeClr val="accent4"/>
              </a:buClr>
              <a:buSzPts val="1050"/>
              <a:buChar char="–"/>
              <a:defRPr sz="1050"/>
            </a:lvl4pPr>
            <a:lvl5pPr indent="-295275" lvl="4" marL="2286000" algn="l">
              <a:lnSpc>
                <a:spcPct val="100000"/>
              </a:lnSpc>
              <a:spcBef>
                <a:spcPts val="210"/>
              </a:spcBef>
              <a:spcAft>
                <a:spcPts val="0"/>
              </a:spcAft>
              <a:buClr>
                <a:schemeClr val="accent4"/>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6" name="Google Shape;296;p154"/>
          <p:cNvSpPr txBox="1"/>
          <p:nvPr>
            <p:ph idx="6" type="body"/>
          </p:nvPr>
        </p:nvSpPr>
        <p:spPr>
          <a:xfrm>
            <a:off x="5961888" y="2291461"/>
            <a:ext cx="2496312" cy="224124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Clr>
                <a:schemeClr val="accent2"/>
              </a:buClr>
              <a:buSzPts val="1050"/>
              <a:buFont typeface="Arial"/>
              <a:buChar char="•"/>
              <a:defRPr sz="1050"/>
            </a:lvl2pPr>
            <a:lvl3pPr indent="-295275" lvl="2" marL="1371600" algn="l">
              <a:lnSpc>
                <a:spcPct val="100000"/>
              </a:lnSpc>
              <a:spcBef>
                <a:spcPts val="210"/>
              </a:spcBef>
              <a:spcAft>
                <a:spcPts val="0"/>
              </a:spcAft>
              <a:buClr>
                <a:schemeClr val="accent2"/>
              </a:buClr>
              <a:buSzPts val="1050"/>
              <a:buChar char="•"/>
              <a:defRPr sz="1050"/>
            </a:lvl3pPr>
            <a:lvl4pPr indent="-295275" lvl="3" marL="1828800" algn="l">
              <a:lnSpc>
                <a:spcPct val="100000"/>
              </a:lnSpc>
              <a:spcBef>
                <a:spcPts val="210"/>
              </a:spcBef>
              <a:spcAft>
                <a:spcPts val="0"/>
              </a:spcAft>
              <a:buClr>
                <a:schemeClr val="accent2"/>
              </a:buClr>
              <a:buSzPts val="1050"/>
              <a:buChar char="–"/>
              <a:defRPr sz="1050"/>
            </a:lvl4pPr>
            <a:lvl5pPr indent="-295275" lvl="4" marL="2286000" algn="l">
              <a:lnSpc>
                <a:spcPct val="100000"/>
              </a:lnSpc>
              <a:spcBef>
                <a:spcPts val="210"/>
              </a:spcBef>
              <a:spcAft>
                <a:spcPts val="0"/>
              </a:spcAft>
              <a:buClr>
                <a:schemeClr val="accent2"/>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Tall Text Subtitle">
  <p:cSld name="Three Tall Text Subtitle">
    <p:spTree>
      <p:nvGrpSpPr>
        <p:cNvPr id="297" name="Shape 297"/>
        <p:cNvGrpSpPr/>
        <p:nvPr/>
      </p:nvGrpSpPr>
      <p:grpSpPr>
        <a:xfrm>
          <a:off x="0" y="0"/>
          <a:ext cx="0" cy="0"/>
          <a:chOff x="0" y="0"/>
          <a:chExt cx="0" cy="0"/>
        </a:xfrm>
      </p:grpSpPr>
      <p:sp>
        <p:nvSpPr>
          <p:cNvPr id="298" name="Google Shape;298;p155"/>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9" name="Google Shape;299;p155"/>
          <p:cNvSpPr/>
          <p:nvPr>
            <p:ph idx="2" type="pic"/>
          </p:nvPr>
        </p:nvSpPr>
        <p:spPr>
          <a:xfrm>
            <a:off x="685800" y="1047750"/>
            <a:ext cx="2496312" cy="1104138"/>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accent1"/>
            </a:outerShdw>
          </a:effectLst>
        </p:spPr>
      </p:sp>
      <p:sp>
        <p:nvSpPr>
          <p:cNvPr id="300" name="Google Shape;300;p155"/>
          <p:cNvSpPr/>
          <p:nvPr>
            <p:ph idx="3" type="pic"/>
          </p:nvPr>
        </p:nvSpPr>
        <p:spPr>
          <a:xfrm>
            <a:off x="3323844" y="1047750"/>
            <a:ext cx="2496312" cy="1104138"/>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accent4"/>
            </a:outerShdw>
          </a:effectLst>
        </p:spPr>
      </p:sp>
      <p:sp>
        <p:nvSpPr>
          <p:cNvPr id="301" name="Google Shape;301;p155"/>
          <p:cNvSpPr/>
          <p:nvPr>
            <p:ph idx="4" type="pic"/>
          </p:nvPr>
        </p:nvSpPr>
        <p:spPr>
          <a:xfrm>
            <a:off x="5961888" y="1047750"/>
            <a:ext cx="2496312" cy="1104138"/>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accent2"/>
            </a:outerShdw>
          </a:effectLst>
        </p:spPr>
      </p:sp>
      <p:sp>
        <p:nvSpPr>
          <p:cNvPr id="302" name="Google Shape;302;p155"/>
          <p:cNvSpPr txBox="1"/>
          <p:nvPr>
            <p:ph idx="1" type="body"/>
          </p:nvPr>
        </p:nvSpPr>
        <p:spPr>
          <a:xfrm>
            <a:off x="685800" y="2291461"/>
            <a:ext cx="2496312" cy="224124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03" name="Google Shape;303;p155"/>
          <p:cNvSpPr txBox="1"/>
          <p:nvPr>
            <p:ph idx="5" type="body"/>
          </p:nvPr>
        </p:nvSpPr>
        <p:spPr>
          <a:xfrm>
            <a:off x="3323844" y="2291461"/>
            <a:ext cx="2496312" cy="224124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Clr>
                <a:schemeClr val="accent4"/>
              </a:buClr>
              <a:buSzPts val="1050"/>
              <a:buFont typeface="Arial"/>
              <a:buChar char="•"/>
              <a:defRPr sz="1050"/>
            </a:lvl2pPr>
            <a:lvl3pPr indent="-295275" lvl="2" marL="1371600" algn="l">
              <a:lnSpc>
                <a:spcPct val="100000"/>
              </a:lnSpc>
              <a:spcBef>
                <a:spcPts val="210"/>
              </a:spcBef>
              <a:spcAft>
                <a:spcPts val="0"/>
              </a:spcAft>
              <a:buClr>
                <a:schemeClr val="accent4"/>
              </a:buClr>
              <a:buSzPts val="1050"/>
              <a:buChar char="•"/>
              <a:defRPr sz="1050"/>
            </a:lvl3pPr>
            <a:lvl4pPr indent="-295275" lvl="3" marL="1828800" algn="l">
              <a:lnSpc>
                <a:spcPct val="100000"/>
              </a:lnSpc>
              <a:spcBef>
                <a:spcPts val="210"/>
              </a:spcBef>
              <a:spcAft>
                <a:spcPts val="0"/>
              </a:spcAft>
              <a:buClr>
                <a:schemeClr val="accent4"/>
              </a:buClr>
              <a:buSzPts val="1050"/>
              <a:buChar char="–"/>
              <a:defRPr sz="1050"/>
            </a:lvl4pPr>
            <a:lvl5pPr indent="-295275" lvl="4" marL="2286000" algn="l">
              <a:lnSpc>
                <a:spcPct val="100000"/>
              </a:lnSpc>
              <a:spcBef>
                <a:spcPts val="210"/>
              </a:spcBef>
              <a:spcAft>
                <a:spcPts val="0"/>
              </a:spcAft>
              <a:buClr>
                <a:schemeClr val="accent4"/>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04" name="Google Shape;304;p155"/>
          <p:cNvSpPr txBox="1"/>
          <p:nvPr>
            <p:ph idx="6" type="body"/>
          </p:nvPr>
        </p:nvSpPr>
        <p:spPr>
          <a:xfrm>
            <a:off x="5961888" y="2291461"/>
            <a:ext cx="2496312" cy="224124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Clr>
                <a:schemeClr val="accent2"/>
              </a:buClr>
              <a:buSzPts val="1050"/>
              <a:buFont typeface="Arial"/>
              <a:buChar char="•"/>
              <a:defRPr sz="1050"/>
            </a:lvl2pPr>
            <a:lvl3pPr indent="-295275" lvl="2" marL="1371600" algn="l">
              <a:lnSpc>
                <a:spcPct val="100000"/>
              </a:lnSpc>
              <a:spcBef>
                <a:spcPts val="210"/>
              </a:spcBef>
              <a:spcAft>
                <a:spcPts val="0"/>
              </a:spcAft>
              <a:buClr>
                <a:schemeClr val="accent2"/>
              </a:buClr>
              <a:buSzPts val="1050"/>
              <a:buChar char="•"/>
              <a:defRPr sz="1050"/>
            </a:lvl3pPr>
            <a:lvl4pPr indent="-295275" lvl="3" marL="1828800" algn="l">
              <a:lnSpc>
                <a:spcPct val="100000"/>
              </a:lnSpc>
              <a:spcBef>
                <a:spcPts val="210"/>
              </a:spcBef>
              <a:spcAft>
                <a:spcPts val="0"/>
              </a:spcAft>
              <a:buClr>
                <a:schemeClr val="accent2"/>
              </a:buClr>
              <a:buSzPts val="1050"/>
              <a:buChar char="–"/>
              <a:defRPr sz="1050"/>
            </a:lvl4pPr>
            <a:lvl5pPr indent="-295275" lvl="4" marL="2286000" algn="l">
              <a:lnSpc>
                <a:spcPct val="100000"/>
              </a:lnSpc>
              <a:spcBef>
                <a:spcPts val="210"/>
              </a:spcBef>
              <a:spcAft>
                <a:spcPts val="0"/>
              </a:spcAft>
              <a:buClr>
                <a:schemeClr val="accent2"/>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05" name="Google Shape;305;p155"/>
          <p:cNvSpPr txBox="1"/>
          <p:nvPr>
            <p:ph idx="7" type="body"/>
          </p:nvPr>
        </p:nvSpPr>
        <p:spPr>
          <a:xfrm>
            <a:off x="685800" y="700088"/>
            <a:ext cx="7772400" cy="304800"/>
          </a:xfrm>
          <a:prstGeom prst="rect">
            <a:avLst/>
          </a:prstGeom>
          <a:noFill/>
          <a:ln>
            <a:noFill/>
          </a:ln>
        </p:spPr>
        <p:txBody>
          <a:bodyPr anchorCtr="0" anchor="t" bIns="0" lIns="0" spcFirstLastPara="1" rIns="0" wrap="square" tIns="0">
            <a:normAutofit/>
          </a:bodyPr>
          <a:lstStyle>
            <a:lvl1pPr indent="-228600" lvl="0" marL="457200" algn="ctr">
              <a:lnSpc>
                <a:spcPct val="86000"/>
              </a:lnSpc>
              <a:spcBef>
                <a:spcPts val="0"/>
              </a:spcBef>
              <a:spcAft>
                <a:spcPts val="0"/>
              </a:spcAft>
              <a:buSzPts val="1350"/>
              <a:buNone/>
              <a:defRPr sz="1350"/>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Tall Text">
  <p:cSld name="Two Tall Text">
    <p:spTree>
      <p:nvGrpSpPr>
        <p:cNvPr id="306" name="Shape 306"/>
        <p:cNvGrpSpPr/>
        <p:nvPr/>
      </p:nvGrpSpPr>
      <p:grpSpPr>
        <a:xfrm>
          <a:off x="0" y="0"/>
          <a:ext cx="0" cy="0"/>
          <a:chOff x="0" y="0"/>
          <a:chExt cx="0" cy="0"/>
        </a:xfrm>
      </p:grpSpPr>
      <p:sp>
        <p:nvSpPr>
          <p:cNvPr id="307" name="Google Shape;307;p156"/>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8" name="Google Shape;308;p156"/>
          <p:cNvSpPr/>
          <p:nvPr>
            <p:ph idx="2" type="pic"/>
          </p:nvPr>
        </p:nvSpPr>
        <p:spPr>
          <a:xfrm>
            <a:off x="685800" y="1047750"/>
            <a:ext cx="3814192" cy="1104138"/>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accent1"/>
            </a:outerShdw>
          </a:effectLst>
        </p:spPr>
      </p:sp>
      <p:sp>
        <p:nvSpPr>
          <p:cNvPr id="309" name="Google Shape;309;p156"/>
          <p:cNvSpPr/>
          <p:nvPr>
            <p:ph idx="3" type="pic"/>
          </p:nvPr>
        </p:nvSpPr>
        <p:spPr>
          <a:xfrm>
            <a:off x="4644009" y="1047750"/>
            <a:ext cx="3814192" cy="1104138"/>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lt2"/>
            </a:outerShdw>
          </a:effectLst>
        </p:spPr>
      </p:sp>
      <p:sp>
        <p:nvSpPr>
          <p:cNvPr id="310" name="Google Shape;310;p156"/>
          <p:cNvSpPr txBox="1"/>
          <p:nvPr>
            <p:ph idx="1" type="body"/>
          </p:nvPr>
        </p:nvSpPr>
        <p:spPr>
          <a:xfrm>
            <a:off x="685800" y="2291461"/>
            <a:ext cx="3813048" cy="224124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11" name="Google Shape;311;p156"/>
          <p:cNvSpPr txBox="1"/>
          <p:nvPr>
            <p:ph idx="4" type="body"/>
          </p:nvPr>
        </p:nvSpPr>
        <p:spPr>
          <a:xfrm>
            <a:off x="4645152" y="2291461"/>
            <a:ext cx="3813048" cy="224124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Clr>
                <a:schemeClr val="lt2"/>
              </a:buClr>
              <a:buSzPts val="1050"/>
              <a:buFont typeface="Arial"/>
              <a:buChar char="•"/>
              <a:defRPr sz="1050"/>
            </a:lvl2pPr>
            <a:lvl3pPr indent="-295275" lvl="2" marL="1371600" algn="l">
              <a:lnSpc>
                <a:spcPct val="100000"/>
              </a:lnSpc>
              <a:spcBef>
                <a:spcPts val="210"/>
              </a:spcBef>
              <a:spcAft>
                <a:spcPts val="0"/>
              </a:spcAft>
              <a:buClr>
                <a:schemeClr val="lt2"/>
              </a:buClr>
              <a:buSzPts val="1050"/>
              <a:buChar char="•"/>
              <a:defRPr sz="1050"/>
            </a:lvl3pPr>
            <a:lvl4pPr indent="-295275" lvl="3" marL="1828800" algn="l">
              <a:lnSpc>
                <a:spcPct val="100000"/>
              </a:lnSpc>
              <a:spcBef>
                <a:spcPts val="210"/>
              </a:spcBef>
              <a:spcAft>
                <a:spcPts val="0"/>
              </a:spcAft>
              <a:buClr>
                <a:schemeClr val="lt2"/>
              </a:buClr>
              <a:buSzPts val="1050"/>
              <a:buChar char="–"/>
              <a:defRPr sz="1050"/>
            </a:lvl4pPr>
            <a:lvl5pPr indent="-295275" lvl="4" marL="2286000" algn="l">
              <a:lnSpc>
                <a:spcPct val="100000"/>
              </a:lnSpc>
              <a:spcBef>
                <a:spcPts val="210"/>
              </a:spcBef>
              <a:spcAft>
                <a:spcPts val="0"/>
              </a:spcAft>
              <a:buClr>
                <a:schemeClr val="lt2"/>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Tall Text Subtitle">
  <p:cSld name="Two Tall Text Subtitle">
    <p:spTree>
      <p:nvGrpSpPr>
        <p:cNvPr id="312" name="Shape 312"/>
        <p:cNvGrpSpPr/>
        <p:nvPr/>
      </p:nvGrpSpPr>
      <p:grpSpPr>
        <a:xfrm>
          <a:off x="0" y="0"/>
          <a:ext cx="0" cy="0"/>
          <a:chOff x="0" y="0"/>
          <a:chExt cx="0" cy="0"/>
        </a:xfrm>
      </p:grpSpPr>
      <p:sp>
        <p:nvSpPr>
          <p:cNvPr id="313" name="Google Shape;313;p157"/>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4" name="Google Shape;314;p157"/>
          <p:cNvSpPr/>
          <p:nvPr>
            <p:ph idx="2" type="pic"/>
          </p:nvPr>
        </p:nvSpPr>
        <p:spPr>
          <a:xfrm>
            <a:off x="685800" y="1047750"/>
            <a:ext cx="3814192" cy="1104138"/>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accent1"/>
            </a:outerShdw>
          </a:effectLst>
        </p:spPr>
      </p:sp>
      <p:sp>
        <p:nvSpPr>
          <p:cNvPr id="315" name="Google Shape;315;p157"/>
          <p:cNvSpPr/>
          <p:nvPr>
            <p:ph idx="3" type="pic"/>
          </p:nvPr>
        </p:nvSpPr>
        <p:spPr>
          <a:xfrm>
            <a:off x="4644009" y="1047750"/>
            <a:ext cx="3814192" cy="1104138"/>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50800">
              <a:schemeClr val="lt2"/>
            </a:outerShdw>
          </a:effectLst>
        </p:spPr>
      </p:sp>
      <p:sp>
        <p:nvSpPr>
          <p:cNvPr id="316" name="Google Shape;316;p157"/>
          <p:cNvSpPr txBox="1"/>
          <p:nvPr>
            <p:ph idx="1" type="body"/>
          </p:nvPr>
        </p:nvSpPr>
        <p:spPr>
          <a:xfrm>
            <a:off x="685800" y="2291461"/>
            <a:ext cx="3813048" cy="224124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17" name="Google Shape;317;p157"/>
          <p:cNvSpPr txBox="1"/>
          <p:nvPr>
            <p:ph idx="4" type="body"/>
          </p:nvPr>
        </p:nvSpPr>
        <p:spPr>
          <a:xfrm>
            <a:off x="4645152" y="2291461"/>
            <a:ext cx="3813048" cy="224124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Clr>
                <a:schemeClr val="lt2"/>
              </a:buClr>
              <a:buSzPts val="1050"/>
              <a:buFont typeface="Arial"/>
              <a:buChar char="•"/>
              <a:defRPr sz="1050"/>
            </a:lvl2pPr>
            <a:lvl3pPr indent="-295275" lvl="2" marL="1371600" algn="l">
              <a:lnSpc>
                <a:spcPct val="100000"/>
              </a:lnSpc>
              <a:spcBef>
                <a:spcPts val="210"/>
              </a:spcBef>
              <a:spcAft>
                <a:spcPts val="0"/>
              </a:spcAft>
              <a:buClr>
                <a:schemeClr val="lt2"/>
              </a:buClr>
              <a:buSzPts val="1050"/>
              <a:buChar char="•"/>
              <a:defRPr sz="1050"/>
            </a:lvl3pPr>
            <a:lvl4pPr indent="-295275" lvl="3" marL="1828800" algn="l">
              <a:lnSpc>
                <a:spcPct val="100000"/>
              </a:lnSpc>
              <a:spcBef>
                <a:spcPts val="210"/>
              </a:spcBef>
              <a:spcAft>
                <a:spcPts val="0"/>
              </a:spcAft>
              <a:buClr>
                <a:schemeClr val="lt2"/>
              </a:buClr>
              <a:buSzPts val="1050"/>
              <a:buChar char="–"/>
              <a:defRPr sz="1050"/>
            </a:lvl4pPr>
            <a:lvl5pPr indent="-295275" lvl="4" marL="2286000" algn="l">
              <a:lnSpc>
                <a:spcPct val="100000"/>
              </a:lnSpc>
              <a:spcBef>
                <a:spcPts val="210"/>
              </a:spcBef>
              <a:spcAft>
                <a:spcPts val="0"/>
              </a:spcAft>
              <a:buClr>
                <a:schemeClr val="lt2"/>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18" name="Google Shape;318;p157"/>
          <p:cNvSpPr txBox="1"/>
          <p:nvPr>
            <p:ph idx="5" type="body"/>
          </p:nvPr>
        </p:nvSpPr>
        <p:spPr>
          <a:xfrm>
            <a:off x="685800" y="700088"/>
            <a:ext cx="7772400" cy="304800"/>
          </a:xfrm>
          <a:prstGeom prst="rect">
            <a:avLst/>
          </a:prstGeom>
          <a:noFill/>
          <a:ln>
            <a:noFill/>
          </a:ln>
        </p:spPr>
        <p:txBody>
          <a:bodyPr anchorCtr="0" anchor="t" bIns="0" lIns="0" spcFirstLastPara="1" rIns="0" wrap="square" tIns="0">
            <a:normAutofit/>
          </a:bodyPr>
          <a:lstStyle>
            <a:lvl1pPr indent="-228600" lvl="0" marL="457200" algn="ctr">
              <a:lnSpc>
                <a:spcPct val="86000"/>
              </a:lnSpc>
              <a:spcBef>
                <a:spcPts val="0"/>
              </a:spcBef>
              <a:spcAft>
                <a:spcPts val="0"/>
              </a:spcAft>
              <a:buSzPts val="1350"/>
              <a:buNone/>
              <a:defRPr sz="1350"/>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ight Grid Text">
  <p:cSld name="Eight Grid Text">
    <p:spTree>
      <p:nvGrpSpPr>
        <p:cNvPr id="319" name="Shape 319"/>
        <p:cNvGrpSpPr/>
        <p:nvPr/>
      </p:nvGrpSpPr>
      <p:grpSpPr>
        <a:xfrm>
          <a:off x="0" y="0"/>
          <a:ext cx="0" cy="0"/>
          <a:chOff x="0" y="0"/>
          <a:chExt cx="0" cy="0"/>
        </a:xfrm>
      </p:grpSpPr>
      <p:sp>
        <p:nvSpPr>
          <p:cNvPr id="320" name="Google Shape;320;p158"/>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1" name="Google Shape;321;p158"/>
          <p:cNvSpPr/>
          <p:nvPr>
            <p:ph idx="2" type="pic"/>
          </p:nvPr>
        </p:nvSpPr>
        <p:spPr>
          <a:xfrm>
            <a:off x="685038" y="1047750"/>
            <a:ext cx="1828800" cy="1107124"/>
          </a:xfrm>
          <a:prstGeom prst="rect">
            <a:avLst/>
          </a:prstGeom>
          <a:solidFill>
            <a:srgbClr val="3E3E42"/>
          </a:solidFill>
          <a:ln>
            <a:noFill/>
          </a:ln>
        </p:spPr>
      </p:sp>
      <p:sp>
        <p:nvSpPr>
          <p:cNvPr id="322" name="Google Shape;322;p158"/>
          <p:cNvSpPr/>
          <p:nvPr>
            <p:ph idx="3" type="pic"/>
          </p:nvPr>
        </p:nvSpPr>
        <p:spPr>
          <a:xfrm>
            <a:off x="2666238" y="1047750"/>
            <a:ext cx="1828800" cy="1107124"/>
          </a:xfrm>
          <a:prstGeom prst="rect">
            <a:avLst/>
          </a:prstGeom>
          <a:solidFill>
            <a:srgbClr val="3E3E42"/>
          </a:solidFill>
          <a:ln>
            <a:noFill/>
          </a:ln>
        </p:spPr>
      </p:sp>
      <p:sp>
        <p:nvSpPr>
          <p:cNvPr id="323" name="Google Shape;323;p158"/>
          <p:cNvSpPr/>
          <p:nvPr>
            <p:ph idx="4" type="pic"/>
          </p:nvPr>
        </p:nvSpPr>
        <p:spPr>
          <a:xfrm>
            <a:off x="4647438" y="1047750"/>
            <a:ext cx="1828800" cy="1107124"/>
          </a:xfrm>
          <a:prstGeom prst="rect">
            <a:avLst/>
          </a:prstGeom>
          <a:solidFill>
            <a:srgbClr val="3E3E42"/>
          </a:solidFill>
          <a:ln>
            <a:noFill/>
          </a:ln>
        </p:spPr>
      </p:sp>
      <p:sp>
        <p:nvSpPr>
          <p:cNvPr id="324" name="Google Shape;324;p158"/>
          <p:cNvSpPr/>
          <p:nvPr>
            <p:ph idx="5" type="pic"/>
          </p:nvPr>
        </p:nvSpPr>
        <p:spPr>
          <a:xfrm>
            <a:off x="6628638" y="1047750"/>
            <a:ext cx="1828800" cy="1107124"/>
          </a:xfrm>
          <a:prstGeom prst="rect">
            <a:avLst/>
          </a:prstGeom>
          <a:solidFill>
            <a:srgbClr val="3E3E42"/>
          </a:solidFill>
          <a:ln>
            <a:noFill/>
          </a:ln>
        </p:spPr>
      </p:sp>
      <p:sp>
        <p:nvSpPr>
          <p:cNvPr id="325" name="Google Shape;325;p158"/>
          <p:cNvSpPr txBox="1"/>
          <p:nvPr>
            <p:ph idx="1" type="body"/>
          </p:nvPr>
        </p:nvSpPr>
        <p:spPr>
          <a:xfrm>
            <a:off x="685038" y="3537755"/>
            <a:ext cx="1831086" cy="994954"/>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26" name="Google Shape;326;p158"/>
          <p:cNvSpPr txBox="1"/>
          <p:nvPr>
            <p:ph idx="6" type="body"/>
          </p:nvPr>
        </p:nvSpPr>
        <p:spPr>
          <a:xfrm>
            <a:off x="2665476" y="3537755"/>
            <a:ext cx="1831086" cy="994954"/>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27" name="Google Shape;327;p158"/>
          <p:cNvSpPr txBox="1"/>
          <p:nvPr>
            <p:ph idx="7" type="body"/>
          </p:nvPr>
        </p:nvSpPr>
        <p:spPr>
          <a:xfrm>
            <a:off x="4645914" y="3537755"/>
            <a:ext cx="1831086" cy="994954"/>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28" name="Google Shape;328;p158"/>
          <p:cNvSpPr txBox="1"/>
          <p:nvPr>
            <p:ph idx="8" type="body"/>
          </p:nvPr>
        </p:nvSpPr>
        <p:spPr>
          <a:xfrm>
            <a:off x="6626352" y="3537755"/>
            <a:ext cx="1831086" cy="994954"/>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29" name="Google Shape;329;p158"/>
          <p:cNvSpPr/>
          <p:nvPr>
            <p:ph idx="9" type="pic"/>
          </p:nvPr>
        </p:nvSpPr>
        <p:spPr>
          <a:xfrm>
            <a:off x="685038" y="2292753"/>
            <a:ext cx="1828800" cy="1107124"/>
          </a:xfrm>
          <a:prstGeom prst="rect">
            <a:avLst/>
          </a:prstGeom>
          <a:solidFill>
            <a:srgbClr val="3E3E42"/>
          </a:solidFill>
          <a:ln>
            <a:noFill/>
          </a:ln>
        </p:spPr>
      </p:sp>
      <p:sp>
        <p:nvSpPr>
          <p:cNvPr id="330" name="Google Shape;330;p158"/>
          <p:cNvSpPr/>
          <p:nvPr>
            <p:ph idx="13" type="pic"/>
          </p:nvPr>
        </p:nvSpPr>
        <p:spPr>
          <a:xfrm>
            <a:off x="2666238" y="2292753"/>
            <a:ext cx="1828800" cy="1107124"/>
          </a:xfrm>
          <a:prstGeom prst="rect">
            <a:avLst/>
          </a:prstGeom>
          <a:solidFill>
            <a:srgbClr val="3E3E42"/>
          </a:solidFill>
          <a:ln>
            <a:noFill/>
          </a:ln>
        </p:spPr>
      </p:sp>
      <p:sp>
        <p:nvSpPr>
          <p:cNvPr id="331" name="Google Shape;331;p158"/>
          <p:cNvSpPr/>
          <p:nvPr>
            <p:ph idx="14" type="pic"/>
          </p:nvPr>
        </p:nvSpPr>
        <p:spPr>
          <a:xfrm>
            <a:off x="4647438" y="2292753"/>
            <a:ext cx="1828800" cy="1107124"/>
          </a:xfrm>
          <a:prstGeom prst="rect">
            <a:avLst/>
          </a:prstGeom>
          <a:solidFill>
            <a:srgbClr val="3E3E42"/>
          </a:solidFill>
          <a:ln>
            <a:noFill/>
          </a:ln>
        </p:spPr>
      </p:sp>
      <p:sp>
        <p:nvSpPr>
          <p:cNvPr id="332" name="Google Shape;332;p158"/>
          <p:cNvSpPr/>
          <p:nvPr>
            <p:ph idx="15" type="pic"/>
          </p:nvPr>
        </p:nvSpPr>
        <p:spPr>
          <a:xfrm>
            <a:off x="6628638" y="2292753"/>
            <a:ext cx="1828800" cy="1107124"/>
          </a:xfrm>
          <a:prstGeom prst="rect">
            <a:avLst/>
          </a:prstGeom>
          <a:solidFill>
            <a:srgbClr val="3E3E42"/>
          </a:solid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ight Grid Text Subtitle">
  <p:cSld name="Eight Grid Text Subtitle">
    <p:spTree>
      <p:nvGrpSpPr>
        <p:cNvPr id="333" name="Shape 333"/>
        <p:cNvGrpSpPr/>
        <p:nvPr/>
      </p:nvGrpSpPr>
      <p:grpSpPr>
        <a:xfrm>
          <a:off x="0" y="0"/>
          <a:ext cx="0" cy="0"/>
          <a:chOff x="0" y="0"/>
          <a:chExt cx="0" cy="0"/>
        </a:xfrm>
      </p:grpSpPr>
      <p:sp>
        <p:nvSpPr>
          <p:cNvPr id="334" name="Google Shape;334;p159"/>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5" name="Google Shape;335;p159"/>
          <p:cNvSpPr/>
          <p:nvPr>
            <p:ph idx="2" type="pic"/>
          </p:nvPr>
        </p:nvSpPr>
        <p:spPr>
          <a:xfrm>
            <a:off x="685038" y="1047750"/>
            <a:ext cx="1828800" cy="1107124"/>
          </a:xfrm>
          <a:prstGeom prst="rect">
            <a:avLst/>
          </a:prstGeom>
          <a:solidFill>
            <a:srgbClr val="3E3E42"/>
          </a:solidFill>
          <a:ln>
            <a:noFill/>
          </a:ln>
        </p:spPr>
      </p:sp>
      <p:sp>
        <p:nvSpPr>
          <p:cNvPr id="336" name="Google Shape;336;p159"/>
          <p:cNvSpPr/>
          <p:nvPr>
            <p:ph idx="3" type="pic"/>
          </p:nvPr>
        </p:nvSpPr>
        <p:spPr>
          <a:xfrm>
            <a:off x="2666238" y="1047750"/>
            <a:ext cx="1828800" cy="1107124"/>
          </a:xfrm>
          <a:prstGeom prst="rect">
            <a:avLst/>
          </a:prstGeom>
          <a:solidFill>
            <a:srgbClr val="3E3E42"/>
          </a:solidFill>
          <a:ln>
            <a:noFill/>
          </a:ln>
        </p:spPr>
      </p:sp>
      <p:sp>
        <p:nvSpPr>
          <p:cNvPr id="337" name="Google Shape;337;p159"/>
          <p:cNvSpPr/>
          <p:nvPr>
            <p:ph idx="4" type="pic"/>
          </p:nvPr>
        </p:nvSpPr>
        <p:spPr>
          <a:xfrm>
            <a:off x="4647438" y="1047750"/>
            <a:ext cx="1828800" cy="1107124"/>
          </a:xfrm>
          <a:prstGeom prst="rect">
            <a:avLst/>
          </a:prstGeom>
          <a:solidFill>
            <a:srgbClr val="3E3E42"/>
          </a:solidFill>
          <a:ln>
            <a:noFill/>
          </a:ln>
        </p:spPr>
      </p:sp>
      <p:sp>
        <p:nvSpPr>
          <p:cNvPr id="338" name="Google Shape;338;p159"/>
          <p:cNvSpPr/>
          <p:nvPr>
            <p:ph idx="5" type="pic"/>
          </p:nvPr>
        </p:nvSpPr>
        <p:spPr>
          <a:xfrm>
            <a:off x="6628638" y="1047750"/>
            <a:ext cx="1828800" cy="1107124"/>
          </a:xfrm>
          <a:prstGeom prst="rect">
            <a:avLst/>
          </a:prstGeom>
          <a:solidFill>
            <a:srgbClr val="3E3E42"/>
          </a:solidFill>
          <a:ln>
            <a:noFill/>
          </a:ln>
        </p:spPr>
      </p:sp>
      <p:sp>
        <p:nvSpPr>
          <p:cNvPr id="339" name="Google Shape;339;p159"/>
          <p:cNvSpPr txBox="1"/>
          <p:nvPr>
            <p:ph idx="1" type="body"/>
          </p:nvPr>
        </p:nvSpPr>
        <p:spPr>
          <a:xfrm>
            <a:off x="685038" y="3537755"/>
            <a:ext cx="1831086" cy="994954"/>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40" name="Google Shape;340;p159"/>
          <p:cNvSpPr txBox="1"/>
          <p:nvPr>
            <p:ph idx="6" type="body"/>
          </p:nvPr>
        </p:nvSpPr>
        <p:spPr>
          <a:xfrm>
            <a:off x="2665476" y="3537755"/>
            <a:ext cx="1831086" cy="994954"/>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41" name="Google Shape;341;p159"/>
          <p:cNvSpPr txBox="1"/>
          <p:nvPr>
            <p:ph idx="7" type="body"/>
          </p:nvPr>
        </p:nvSpPr>
        <p:spPr>
          <a:xfrm>
            <a:off x="4645914" y="3537755"/>
            <a:ext cx="1831086" cy="994954"/>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42" name="Google Shape;342;p159"/>
          <p:cNvSpPr txBox="1"/>
          <p:nvPr>
            <p:ph idx="8" type="body"/>
          </p:nvPr>
        </p:nvSpPr>
        <p:spPr>
          <a:xfrm>
            <a:off x="6626352" y="3537755"/>
            <a:ext cx="1831086" cy="994954"/>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43" name="Google Shape;343;p159"/>
          <p:cNvSpPr/>
          <p:nvPr>
            <p:ph idx="9" type="pic"/>
          </p:nvPr>
        </p:nvSpPr>
        <p:spPr>
          <a:xfrm>
            <a:off x="685038" y="2292753"/>
            <a:ext cx="1828800" cy="1107124"/>
          </a:xfrm>
          <a:prstGeom prst="rect">
            <a:avLst/>
          </a:prstGeom>
          <a:solidFill>
            <a:srgbClr val="3E3E42"/>
          </a:solidFill>
          <a:ln>
            <a:noFill/>
          </a:ln>
        </p:spPr>
      </p:sp>
      <p:sp>
        <p:nvSpPr>
          <p:cNvPr id="344" name="Google Shape;344;p159"/>
          <p:cNvSpPr/>
          <p:nvPr>
            <p:ph idx="13" type="pic"/>
          </p:nvPr>
        </p:nvSpPr>
        <p:spPr>
          <a:xfrm>
            <a:off x="2666238" y="2292753"/>
            <a:ext cx="1828800" cy="1107124"/>
          </a:xfrm>
          <a:prstGeom prst="rect">
            <a:avLst/>
          </a:prstGeom>
          <a:solidFill>
            <a:srgbClr val="3E3E42"/>
          </a:solidFill>
          <a:ln>
            <a:noFill/>
          </a:ln>
        </p:spPr>
      </p:sp>
      <p:sp>
        <p:nvSpPr>
          <p:cNvPr id="345" name="Google Shape;345;p159"/>
          <p:cNvSpPr/>
          <p:nvPr>
            <p:ph idx="14" type="pic"/>
          </p:nvPr>
        </p:nvSpPr>
        <p:spPr>
          <a:xfrm>
            <a:off x="4647438" y="2292753"/>
            <a:ext cx="1828800" cy="1107124"/>
          </a:xfrm>
          <a:prstGeom prst="rect">
            <a:avLst/>
          </a:prstGeom>
          <a:solidFill>
            <a:srgbClr val="3E3E42"/>
          </a:solidFill>
          <a:ln>
            <a:noFill/>
          </a:ln>
        </p:spPr>
      </p:sp>
      <p:sp>
        <p:nvSpPr>
          <p:cNvPr id="346" name="Google Shape;346;p159"/>
          <p:cNvSpPr/>
          <p:nvPr>
            <p:ph idx="15" type="pic"/>
          </p:nvPr>
        </p:nvSpPr>
        <p:spPr>
          <a:xfrm>
            <a:off x="6628638" y="2292753"/>
            <a:ext cx="1828800" cy="1107124"/>
          </a:xfrm>
          <a:prstGeom prst="rect">
            <a:avLst/>
          </a:prstGeom>
          <a:solidFill>
            <a:srgbClr val="3E3E42"/>
          </a:solidFill>
          <a:ln>
            <a:noFill/>
          </a:ln>
        </p:spPr>
      </p:sp>
      <p:sp>
        <p:nvSpPr>
          <p:cNvPr id="347" name="Google Shape;347;p159"/>
          <p:cNvSpPr txBox="1"/>
          <p:nvPr>
            <p:ph idx="16" type="body"/>
          </p:nvPr>
        </p:nvSpPr>
        <p:spPr>
          <a:xfrm>
            <a:off x="685800" y="700088"/>
            <a:ext cx="7772400" cy="304800"/>
          </a:xfrm>
          <a:prstGeom prst="rect">
            <a:avLst/>
          </a:prstGeom>
          <a:noFill/>
          <a:ln>
            <a:noFill/>
          </a:ln>
        </p:spPr>
        <p:txBody>
          <a:bodyPr anchorCtr="0" anchor="t" bIns="0" lIns="0" spcFirstLastPara="1" rIns="0" wrap="square" tIns="0">
            <a:normAutofit/>
          </a:bodyPr>
          <a:lstStyle>
            <a:lvl1pPr indent="-228600" lvl="0" marL="457200" algn="ctr">
              <a:lnSpc>
                <a:spcPct val="86000"/>
              </a:lnSpc>
              <a:spcBef>
                <a:spcPts val="0"/>
              </a:spcBef>
              <a:spcAft>
                <a:spcPts val="0"/>
              </a:spcAft>
              <a:buSzPts val="1350"/>
              <a:buNone/>
              <a:defRPr sz="1350"/>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Grid Text">
  <p:cSld name="Six Grid Text">
    <p:spTree>
      <p:nvGrpSpPr>
        <p:cNvPr id="348" name="Shape 348"/>
        <p:cNvGrpSpPr/>
        <p:nvPr/>
      </p:nvGrpSpPr>
      <p:grpSpPr>
        <a:xfrm>
          <a:off x="0" y="0"/>
          <a:ext cx="0" cy="0"/>
          <a:chOff x="0" y="0"/>
          <a:chExt cx="0" cy="0"/>
        </a:xfrm>
      </p:grpSpPr>
      <p:sp>
        <p:nvSpPr>
          <p:cNvPr id="349" name="Google Shape;349;p160"/>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0" name="Google Shape;350;p160"/>
          <p:cNvSpPr/>
          <p:nvPr>
            <p:ph idx="2" type="pic"/>
          </p:nvPr>
        </p:nvSpPr>
        <p:spPr>
          <a:xfrm>
            <a:off x="685800" y="1047750"/>
            <a:ext cx="2496312" cy="1104138"/>
          </a:xfrm>
          <a:prstGeom prst="rect">
            <a:avLst/>
          </a:prstGeom>
          <a:solidFill>
            <a:srgbClr val="3E3E42"/>
          </a:solidFill>
          <a:ln>
            <a:noFill/>
          </a:ln>
        </p:spPr>
      </p:sp>
      <p:sp>
        <p:nvSpPr>
          <p:cNvPr id="351" name="Google Shape;351;p160"/>
          <p:cNvSpPr/>
          <p:nvPr>
            <p:ph idx="3" type="pic"/>
          </p:nvPr>
        </p:nvSpPr>
        <p:spPr>
          <a:xfrm>
            <a:off x="3323844" y="1047750"/>
            <a:ext cx="2496312" cy="1104138"/>
          </a:xfrm>
          <a:prstGeom prst="rect">
            <a:avLst/>
          </a:prstGeom>
          <a:solidFill>
            <a:srgbClr val="3E3E42"/>
          </a:solidFill>
          <a:ln>
            <a:noFill/>
          </a:ln>
        </p:spPr>
      </p:sp>
      <p:sp>
        <p:nvSpPr>
          <p:cNvPr id="352" name="Google Shape;352;p160"/>
          <p:cNvSpPr/>
          <p:nvPr>
            <p:ph idx="4" type="pic"/>
          </p:nvPr>
        </p:nvSpPr>
        <p:spPr>
          <a:xfrm>
            <a:off x="5961888" y="1047750"/>
            <a:ext cx="2496312" cy="1104138"/>
          </a:xfrm>
          <a:prstGeom prst="rect">
            <a:avLst/>
          </a:prstGeom>
          <a:solidFill>
            <a:srgbClr val="3E3E42"/>
          </a:solidFill>
          <a:ln>
            <a:noFill/>
          </a:ln>
        </p:spPr>
      </p:sp>
      <p:sp>
        <p:nvSpPr>
          <p:cNvPr id="353" name="Google Shape;353;p160"/>
          <p:cNvSpPr txBox="1"/>
          <p:nvPr>
            <p:ph idx="1" type="body"/>
          </p:nvPr>
        </p:nvSpPr>
        <p:spPr>
          <a:xfrm>
            <a:off x="685800" y="3540743"/>
            <a:ext cx="2496312" cy="1027686"/>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54" name="Google Shape;354;p160"/>
          <p:cNvSpPr txBox="1"/>
          <p:nvPr>
            <p:ph idx="5" type="body"/>
          </p:nvPr>
        </p:nvSpPr>
        <p:spPr>
          <a:xfrm>
            <a:off x="3323844" y="3540743"/>
            <a:ext cx="2496312" cy="1027686"/>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55" name="Google Shape;355;p160"/>
          <p:cNvSpPr txBox="1"/>
          <p:nvPr>
            <p:ph idx="6" type="body"/>
          </p:nvPr>
        </p:nvSpPr>
        <p:spPr>
          <a:xfrm>
            <a:off x="5961888" y="3540743"/>
            <a:ext cx="2496312" cy="1027686"/>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56" name="Google Shape;356;p160"/>
          <p:cNvSpPr/>
          <p:nvPr>
            <p:ph idx="7" type="pic"/>
          </p:nvPr>
        </p:nvSpPr>
        <p:spPr>
          <a:xfrm>
            <a:off x="685800" y="2295739"/>
            <a:ext cx="2496312" cy="1104138"/>
          </a:xfrm>
          <a:prstGeom prst="rect">
            <a:avLst/>
          </a:prstGeom>
          <a:solidFill>
            <a:srgbClr val="3E3E42"/>
          </a:solidFill>
          <a:ln>
            <a:noFill/>
          </a:ln>
        </p:spPr>
      </p:sp>
      <p:sp>
        <p:nvSpPr>
          <p:cNvPr id="357" name="Google Shape;357;p160"/>
          <p:cNvSpPr/>
          <p:nvPr>
            <p:ph idx="8" type="pic"/>
          </p:nvPr>
        </p:nvSpPr>
        <p:spPr>
          <a:xfrm>
            <a:off x="3323844" y="2295739"/>
            <a:ext cx="2496312" cy="1104138"/>
          </a:xfrm>
          <a:prstGeom prst="rect">
            <a:avLst/>
          </a:prstGeom>
          <a:solidFill>
            <a:srgbClr val="3E3E42"/>
          </a:solidFill>
          <a:ln>
            <a:noFill/>
          </a:ln>
        </p:spPr>
      </p:sp>
      <p:sp>
        <p:nvSpPr>
          <p:cNvPr id="358" name="Google Shape;358;p160"/>
          <p:cNvSpPr/>
          <p:nvPr>
            <p:ph idx="9" type="pic"/>
          </p:nvPr>
        </p:nvSpPr>
        <p:spPr>
          <a:xfrm>
            <a:off x="5961888" y="2295739"/>
            <a:ext cx="2496312" cy="1104138"/>
          </a:xfrm>
          <a:prstGeom prst="rect">
            <a:avLst/>
          </a:prstGeom>
          <a:solidFill>
            <a:srgbClr val="3E3E42"/>
          </a:solidFill>
          <a:ln>
            <a:noFill/>
          </a:ln>
        </p:spPr>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Grid Text Subtitle">
  <p:cSld name="Six Grid Text Subtitle">
    <p:spTree>
      <p:nvGrpSpPr>
        <p:cNvPr id="359" name="Shape 359"/>
        <p:cNvGrpSpPr/>
        <p:nvPr/>
      </p:nvGrpSpPr>
      <p:grpSpPr>
        <a:xfrm>
          <a:off x="0" y="0"/>
          <a:ext cx="0" cy="0"/>
          <a:chOff x="0" y="0"/>
          <a:chExt cx="0" cy="0"/>
        </a:xfrm>
      </p:grpSpPr>
      <p:sp>
        <p:nvSpPr>
          <p:cNvPr id="360" name="Google Shape;360;p161"/>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1" name="Google Shape;361;p161"/>
          <p:cNvSpPr/>
          <p:nvPr>
            <p:ph idx="2" type="pic"/>
          </p:nvPr>
        </p:nvSpPr>
        <p:spPr>
          <a:xfrm>
            <a:off x="685800" y="1047750"/>
            <a:ext cx="2496312" cy="1104138"/>
          </a:xfrm>
          <a:prstGeom prst="rect">
            <a:avLst/>
          </a:prstGeom>
          <a:solidFill>
            <a:srgbClr val="3E3E42"/>
          </a:solidFill>
          <a:ln>
            <a:noFill/>
          </a:ln>
        </p:spPr>
      </p:sp>
      <p:sp>
        <p:nvSpPr>
          <p:cNvPr id="362" name="Google Shape;362;p161"/>
          <p:cNvSpPr/>
          <p:nvPr>
            <p:ph idx="3" type="pic"/>
          </p:nvPr>
        </p:nvSpPr>
        <p:spPr>
          <a:xfrm>
            <a:off x="3323844" y="1047750"/>
            <a:ext cx="2496312" cy="1104138"/>
          </a:xfrm>
          <a:prstGeom prst="rect">
            <a:avLst/>
          </a:prstGeom>
          <a:solidFill>
            <a:srgbClr val="3E3E42"/>
          </a:solidFill>
          <a:ln>
            <a:noFill/>
          </a:ln>
        </p:spPr>
      </p:sp>
      <p:sp>
        <p:nvSpPr>
          <p:cNvPr id="363" name="Google Shape;363;p161"/>
          <p:cNvSpPr/>
          <p:nvPr>
            <p:ph idx="4" type="pic"/>
          </p:nvPr>
        </p:nvSpPr>
        <p:spPr>
          <a:xfrm>
            <a:off x="5961888" y="1047750"/>
            <a:ext cx="2496312" cy="1104138"/>
          </a:xfrm>
          <a:prstGeom prst="rect">
            <a:avLst/>
          </a:prstGeom>
          <a:solidFill>
            <a:srgbClr val="3E3E42"/>
          </a:solidFill>
          <a:ln>
            <a:noFill/>
          </a:ln>
        </p:spPr>
      </p:sp>
      <p:sp>
        <p:nvSpPr>
          <p:cNvPr id="364" name="Google Shape;364;p161"/>
          <p:cNvSpPr txBox="1"/>
          <p:nvPr>
            <p:ph idx="1" type="body"/>
          </p:nvPr>
        </p:nvSpPr>
        <p:spPr>
          <a:xfrm>
            <a:off x="685800" y="3540743"/>
            <a:ext cx="2496312" cy="1027686"/>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65" name="Google Shape;365;p161"/>
          <p:cNvSpPr txBox="1"/>
          <p:nvPr>
            <p:ph idx="5" type="body"/>
          </p:nvPr>
        </p:nvSpPr>
        <p:spPr>
          <a:xfrm>
            <a:off x="3323844" y="3540743"/>
            <a:ext cx="2496312" cy="1027686"/>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66" name="Google Shape;366;p161"/>
          <p:cNvSpPr txBox="1"/>
          <p:nvPr>
            <p:ph idx="6" type="body"/>
          </p:nvPr>
        </p:nvSpPr>
        <p:spPr>
          <a:xfrm>
            <a:off x="5961888" y="3540743"/>
            <a:ext cx="2496312" cy="1027686"/>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67" name="Google Shape;367;p161"/>
          <p:cNvSpPr/>
          <p:nvPr>
            <p:ph idx="7" type="pic"/>
          </p:nvPr>
        </p:nvSpPr>
        <p:spPr>
          <a:xfrm>
            <a:off x="685800" y="2295739"/>
            <a:ext cx="2496312" cy="1104138"/>
          </a:xfrm>
          <a:prstGeom prst="rect">
            <a:avLst/>
          </a:prstGeom>
          <a:solidFill>
            <a:srgbClr val="3E3E42"/>
          </a:solidFill>
          <a:ln>
            <a:noFill/>
          </a:ln>
        </p:spPr>
      </p:sp>
      <p:sp>
        <p:nvSpPr>
          <p:cNvPr id="368" name="Google Shape;368;p161"/>
          <p:cNvSpPr/>
          <p:nvPr>
            <p:ph idx="8" type="pic"/>
          </p:nvPr>
        </p:nvSpPr>
        <p:spPr>
          <a:xfrm>
            <a:off x="3323844" y="2295739"/>
            <a:ext cx="2496312" cy="1104138"/>
          </a:xfrm>
          <a:prstGeom prst="rect">
            <a:avLst/>
          </a:prstGeom>
          <a:solidFill>
            <a:srgbClr val="3E3E42"/>
          </a:solidFill>
          <a:ln>
            <a:noFill/>
          </a:ln>
        </p:spPr>
      </p:sp>
      <p:sp>
        <p:nvSpPr>
          <p:cNvPr id="369" name="Google Shape;369;p161"/>
          <p:cNvSpPr/>
          <p:nvPr>
            <p:ph idx="9" type="pic"/>
          </p:nvPr>
        </p:nvSpPr>
        <p:spPr>
          <a:xfrm>
            <a:off x="5961888" y="2295739"/>
            <a:ext cx="2496312" cy="1104138"/>
          </a:xfrm>
          <a:prstGeom prst="rect">
            <a:avLst/>
          </a:prstGeom>
          <a:solidFill>
            <a:srgbClr val="3E3E42"/>
          </a:solidFill>
          <a:ln>
            <a:noFill/>
          </a:ln>
        </p:spPr>
      </p:sp>
      <p:sp>
        <p:nvSpPr>
          <p:cNvPr id="370" name="Google Shape;370;p161"/>
          <p:cNvSpPr txBox="1"/>
          <p:nvPr>
            <p:ph idx="13" type="body"/>
          </p:nvPr>
        </p:nvSpPr>
        <p:spPr>
          <a:xfrm>
            <a:off x="685800" y="700088"/>
            <a:ext cx="7772400" cy="304800"/>
          </a:xfrm>
          <a:prstGeom prst="rect">
            <a:avLst/>
          </a:prstGeom>
          <a:noFill/>
          <a:ln>
            <a:noFill/>
          </a:ln>
        </p:spPr>
        <p:txBody>
          <a:bodyPr anchorCtr="0" anchor="t" bIns="0" lIns="0" spcFirstLastPara="1" rIns="0" wrap="square" tIns="0">
            <a:normAutofit/>
          </a:bodyPr>
          <a:lstStyle>
            <a:lvl1pPr indent="-228600" lvl="0" marL="457200" algn="ctr">
              <a:lnSpc>
                <a:spcPct val="86000"/>
              </a:lnSpc>
              <a:spcBef>
                <a:spcPts val="0"/>
              </a:spcBef>
              <a:spcAft>
                <a:spcPts val="0"/>
              </a:spcAft>
              <a:buSzPts val="1350"/>
              <a:buNone/>
              <a:defRPr sz="1350"/>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Grid Text">
  <p:cSld name="Four Grid Text">
    <p:spTree>
      <p:nvGrpSpPr>
        <p:cNvPr id="371" name="Shape 371"/>
        <p:cNvGrpSpPr/>
        <p:nvPr/>
      </p:nvGrpSpPr>
      <p:grpSpPr>
        <a:xfrm>
          <a:off x="0" y="0"/>
          <a:ext cx="0" cy="0"/>
          <a:chOff x="0" y="0"/>
          <a:chExt cx="0" cy="0"/>
        </a:xfrm>
      </p:grpSpPr>
      <p:sp>
        <p:nvSpPr>
          <p:cNvPr id="372" name="Google Shape;372;p162"/>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3" name="Google Shape;373;p162"/>
          <p:cNvSpPr/>
          <p:nvPr>
            <p:ph idx="2" type="pic"/>
          </p:nvPr>
        </p:nvSpPr>
        <p:spPr>
          <a:xfrm>
            <a:off x="686944" y="1047750"/>
            <a:ext cx="3814192" cy="1104138"/>
          </a:xfrm>
          <a:prstGeom prst="rect">
            <a:avLst/>
          </a:prstGeom>
          <a:solidFill>
            <a:srgbClr val="3E3E42"/>
          </a:solidFill>
          <a:ln>
            <a:noFill/>
          </a:ln>
        </p:spPr>
      </p:sp>
      <p:sp>
        <p:nvSpPr>
          <p:cNvPr id="374" name="Google Shape;374;p162"/>
          <p:cNvSpPr/>
          <p:nvPr>
            <p:ph idx="3" type="pic"/>
          </p:nvPr>
        </p:nvSpPr>
        <p:spPr>
          <a:xfrm>
            <a:off x="4645152" y="1047750"/>
            <a:ext cx="3814192" cy="1104138"/>
          </a:xfrm>
          <a:prstGeom prst="rect">
            <a:avLst/>
          </a:prstGeom>
          <a:solidFill>
            <a:srgbClr val="3E3E42"/>
          </a:solidFill>
          <a:ln>
            <a:noFill/>
          </a:ln>
        </p:spPr>
      </p:sp>
      <p:sp>
        <p:nvSpPr>
          <p:cNvPr id="375" name="Google Shape;375;p162"/>
          <p:cNvSpPr txBox="1"/>
          <p:nvPr>
            <p:ph idx="1" type="body"/>
          </p:nvPr>
        </p:nvSpPr>
        <p:spPr>
          <a:xfrm>
            <a:off x="685800" y="3528304"/>
            <a:ext cx="3813048" cy="1004405"/>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76" name="Google Shape;376;p162"/>
          <p:cNvSpPr txBox="1"/>
          <p:nvPr>
            <p:ph idx="4" type="body"/>
          </p:nvPr>
        </p:nvSpPr>
        <p:spPr>
          <a:xfrm>
            <a:off x="4645152" y="3528304"/>
            <a:ext cx="3813048" cy="1004405"/>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77" name="Google Shape;377;p162"/>
          <p:cNvSpPr/>
          <p:nvPr>
            <p:ph idx="5" type="pic"/>
          </p:nvPr>
        </p:nvSpPr>
        <p:spPr>
          <a:xfrm>
            <a:off x="686944" y="2295739"/>
            <a:ext cx="3814192" cy="1104138"/>
          </a:xfrm>
          <a:prstGeom prst="rect">
            <a:avLst/>
          </a:prstGeom>
          <a:solidFill>
            <a:srgbClr val="3E3E42"/>
          </a:solidFill>
          <a:ln>
            <a:noFill/>
          </a:ln>
        </p:spPr>
      </p:sp>
      <p:sp>
        <p:nvSpPr>
          <p:cNvPr id="378" name="Google Shape;378;p162"/>
          <p:cNvSpPr/>
          <p:nvPr>
            <p:ph idx="6" type="pic"/>
          </p:nvPr>
        </p:nvSpPr>
        <p:spPr>
          <a:xfrm>
            <a:off x="4645152" y="2295739"/>
            <a:ext cx="3814192" cy="1104138"/>
          </a:xfrm>
          <a:prstGeom prst="rect">
            <a:avLst/>
          </a:prstGeom>
          <a:solidFill>
            <a:srgbClr val="3E3E42"/>
          </a:solidFill>
          <a:ln>
            <a:no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Grid Text Subtitle">
  <p:cSld name="Four Grid Text Subtitle">
    <p:spTree>
      <p:nvGrpSpPr>
        <p:cNvPr id="379" name="Shape 379"/>
        <p:cNvGrpSpPr/>
        <p:nvPr/>
      </p:nvGrpSpPr>
      <p:grpSpPr>
        <a:xfrm>
          <a:off x="0" y="0"/>
          <a:ext cx="0" cy="0"/>
          <a:chOff x="0" y="0"/>
          <a:chExt cx="0" cy="0"/>
        </a:xfrm>
      </p:grpSpPr>
      <p:sp>
        <p:nvSpPr>
          <p:cNvPr id="380" name="Google Shape;380;p163"/>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1" name="Google Shape;381;p163"/>
          <p:cNvSpPr/>
          <p:nvPr>
            <p:ph idx="2" type="pic"/>
          </p:nvPr>
        </p:nvSpPr>
        <p:spPr>
          <a:xfrm>
            <a:off x="686944" y="1047750"/>
            <a:ext cx="3814192" cy="1104138"/>
          </a:xfrm>
          <a:prstGeom prst="rect">
            <a:avLst/>
          </a:prstGeom>
          <a:solidFill>
            <a:srgbClr val="3E3E42"/>
          </a:solidFill>
          <a:ln>
            <a:noFill/>
          </a:ln>
        </p:spPr>
      </p:sp>
      <p:sp>
        <p:nvSpPr>
          <p:cNvPr id="382" name="Google Shape;382;p163"/>
          <p:cNvSpPr/>
          <p:nvPr>
            <p:ph idx="3" type="pic"/>
          </p:nvPr>
        </p:nvSpPr>
        <p:spPr>
          <a:xfrm>
            <a:off x="4645152" y="1047750"/>
            <a:ext cx="3814192" cy="1104138"/>
          </a:xfrm>
          <a:prstGeom prst="rect">
            <a:avLst/>
          </a:prstGeom>
          <a:solidFill>
            <a:srgbClr val="3E3E42"/>
          </a:solidFill>
          <a:ln>
            <a:noFill/>
          </a:ln>
        </p:spPr>
      </p:sp>
      <p:sp>
        <p:nvSpPr>
          <p:cNvPr id="383" name="Google Shape;383;p163"/>
          <p:cNvSpPr txBox="1"/>
          <p:nvPr>
            <p:ph idx="1" type="body"/>
          </p:nvPr>
        </p:nvSpPr>
        <p:spPr>
          <a:xfrm>
            <a:off x="685800" y="3528304"/>
            <a:ext cx="3813048" cy="1004405"/>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84" name="Google Shape;384;p163"/>
          <p:cNvSpPr txBox="1"/>
          <p:nvPr>
            <p:ph idx="4" type="body"/>
          </p:nvPr>
        </p:nvSpPr>
        <p:spPr>
          <a:xfrm>
            <a:off x="4645152" y="3528304"/>
            <a:ext cx="3813048" cy="1004405"/>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85" name="Google Shape;385;p163"/>
          <p:cNvSpPr/>
          <p:nvPr>
            <p:ph idx="5" type="pic"/>
          </p:nvPr>
        </p:nvSpPr>
        <p:spPr>
          <a:xfrm>
            <a:off x="686944" y="2295739"/>
            <a:ext cx="3814192" cy="1104138"/>
          </a:xfrm>
          <a:prstGeom prst="rect">
            <a:avLst/>
          </a:prstGeom>
          <a:solidFill>
            <a:srgbClr val="3E3E42"/>
          </a:solidFill>
          <a:ln>
            <a:noFill/>
          </a:ln>
        </p:spPr>
      </p:sp>
      <p:sp>
        <p:nvSpPr>
          <p:cNvPr id="386" name="Google Shape;386;p163"/>
          <p:cNvSpPr/>
          <p:nvPr>
            <p:ph idx="6" type="pic"/>
          </p:nvPr>
        </p:nvSpPr>
        <p:spPr>
          <a:xfrm>
            <a:off x="4645152" y="2295739"/>
            <a:ext cx="3814192" cy="1104138"/>
          </a:xfrm>
          <a:prstGeom prst="rect">
            <a:avLst/>
          </a:prstGeom>
          <a:solidFill>
            <a:srgbClr val="3E3E42"/>
          </a:solidFill>
          <a:ln>
            <a:noFill/>
          </a:ln>
        </p:spPr>
      </p:sp>
      <p:sp>
        <p:nvSpPr>
          <p:cNvPr id="387" name="Google Shape;387;p163"/>
          <p:cNvSpPr txBox="1"/>
          <p:nvPr>
            <p:ph idx="7" type="body"/>
          </p:nvPr>
        </p:nvSpPr>
        <p:spPr>
          <a:xfrm>
            <a:off x="685800" y="700088"/>
            <a:ext cx="7772400" cy="304800"/>
          </a:xfrm>
          <a:prstGeom prst="rect">
            <a:avLst/>
          </a:prstGeom>
          <a:noFill/>
          <a:ln>
            <a:noFill/>
          </a:ln>
        </p:spPr>
        <p:txBody>
          <a:bodyPr anchorCtr="0" anchor="t" bIns="0" lIns="0" spcFirstLastPara="1" rIns="0" wrap="square" tIns="0">
            <a:normAutofit/>
          </a:bodyPr>
          <a:lstStyle>
            <a:lvl1pPr indent="-228600" lvl="0" marL="457200" algn="ctr">
              <a:lnSpc>
                <a:spcPct val="86000"/>
              </a:lnSpc>
              <a:spcBef>
                <a:spcPts val="0"/>
              </a:spcBef>
              <a:spcAft>
                <a:spcPts val="0"/>
              </a:spcAft>
              <a:buSzPts val="1350"/>
              <a:buNone/>
              <a:defRPr sz="1350"/>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ar">
  <p:cSld name="Four Bar">
    <p:spTree>
      <p:nvGrpSpPr>
        <p:cNvPr id="388" name="Shape 388"/>
        <p:cNvGrpSpPr/>
        <p:nvPr/>
      </p:nvGrpSpPr>
      <p:grpSpPr>
        <a:xfrm>
          <a:off x="0" y="0"/>
          <a:ext cx="0" cy="0"/>
          <a:chOff x="0" y="0"/>
          <a:chExt cx="0" cy="0"/>
        </a:xfrm>
      </p:grpSpPr>
      <p:sp>
        <p:nvSpPr>
          <p:cNvPr id="389" name="Google Shape;389;p164"/>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0" name="Google Shape;390;p164"/>
          <p:cNvSpPr/>
          <p:nvPr>
            <p:ph idx="2" type="pic"/>
          </p:nvPr>
        </p:nvSpPr>
        <p:spPr>
          <a:xfrm>
            <a:off x="685800" y="1047750"/>
            <a:ext cx="1828800" cy="3199582"/>
          </a:xfrm>
          <a:prstGeom prst="rect">
            <a:avLst/>
          </a:prstGeom>
          <a:solidFill>
            <a:srgbClr val="3E3E42"/>
          </a:solidFill>
          <a:ln>
            <a:noFill/>
          </a:ln>
        </p:spPr>
      </p:sp>
      <p:sp>
        <p:nvSpPr>
          <p:cNvPr id="391" name="Google Shape;391;p164"/>
          <p:cNvSpPr/>
          <p:nvPr>
            <p:ph idx="3" type="pic"/>
          </p:nvPr>
        </p:nvSpPr>
        <p:spPr>
          <a:xfrm>
            <a:off x="2667000" y="1047750"/>
            <a:ext cx="1828800" cy="3199582"/>
          </a:xfrm>
          <a:prstGeom prst="rect">
            <a:avLst/>
          </a:prstGeom>
          <a:solidFill>
            <a:srgbClr val="3E3E42"/>
          </a:solidFill>
          <a:ln>
            <a:noFill/>
          </a:ln>
        </p:spPr>
      </p:sp>
      <p:sp>
        <p:nvSpPr>
          <p:cNvPr id="392" name="Google Shape;392;p164"/>
          <p:cNvSpPr/>
          <p:nvPr>
            <p:ph idx="4" type="pic"/>
          </p:nvPr>
        </p:nvSpPr>
        <p:spPr>
          <a:xfrm>
            <a:off x="4648200" y="1047750"/>
            <a:ext cx="1828800" cy="3199582"/>
          </a:xfrm>
          <a:prstGeom prst="rect">
            <a:avLst/>
          </a:prstGeom>
          <a:solidFill>
            <a:srgbClr val="3E3E42"/>
          </a:solidFill>
          <a:ln>
            <a:noFill/>
          </a:ln>
        </p:spPr>
      </p:sp>
      <p:sp>
        <p:nvSpPr>
          <p:cNvPr id="393" name="Google Shape;393;p164"/>
          <p:cNvSpPr/>
          <p:nvPr>
            <p:ph idx="5" type="pic"/>
          </p:nvPr>
        </p:nvSpPr>
        <p:spPr>
          <a:xfrm>
            <a:off x="6629400" y="1047750"/>
            <a:ext cx="1828800" cy="3199582"/>
          </a:xfrm>
          <a:prstGeom prst="rect">
            <a:avLst/>
          </a:prstGeom>
          <a:solidFill>
            <a:srgbClr val="3E3E42"/>
          </a:solidFill>
          <a:ln>
            <a:noFill/>
          </a:ln>
        </p:spPr>
      </p:sp>
      <p:sp>
        <p:nvSpPr>
          <p:cNvPr id="394" name="Google Shape;394;p164"/>
          <p:cNvSpPr txBox="1"/>
          <p:nvPr>
            <p:ph idx="1" type="body"/>
          </p:nvPr>
        </p:nvSpPr>
        <p:spPr>
          <a:xfrm>
            <a:off x="685800" y="3407102"/>
            <a:ext cx="1831086" cy="840230"/>
          </a:xfrm>
          <a:prstGeom prst="rect">
            <a:avLst/>
          </a:prstGeom>
          <a:solidFill>
            <a:schemeClr val="accent1">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95" name="Google Shape;395;p164"/>
          <p:cNvSpPr txBox="1"/>
          <p:nvPr>
            <p:ph idx="6" type="body"/>
          </p:nvPr>
        </p:nvSpPr>
        <p:spPr>
          <a:xfrm>
            <a:off x="2666238" y="3407102"/>
            <a:ext cx="1831086" cy="840230"/>
          </a:xfrm>
          <a:prstGeom prst="rect">
            <a:avLst/>
          </a:prstGeom>
          <a:solidFill>
            <a:schemeClr val="accent3">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96" name="Google Shape;396;p164"/>
          <p:cNvSpPr txBox="1"/>
          <p:nvPr>
            <p:ph idx="7" type="body"/>
          </p:nvPr>
        </p:nvSpPr>
        <p:spPr>
          <a:xfrm>
            <a:off x="4646676" y="3407102"/>
            <a:ext cx="1831086" cy="840230"/>
          </a:xfrm>
          <a:prstGeom prst="rect">
            <a:avLst/>
          </a:prstGeom>
          <a:solidFill>
            <a:schemeClr val="accent2">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97" name="Google Shape;397;p164"/>
          <p:cNvSpPr txBox="1"/>
          <p:nvPr>
            <p:ph idx="8" type="body"/>
          </p:nvPr>
        </p:nvSpPr>
        <p:spPr>
          <a:xfrm>
            <a:off x="6627114" y="3407102"/>
            <a:ext cx="1831086" cy="840230"/>
          </a:xfrm>
          <a:prstGeom prst="rect">
            <a:avLst/>
          </a:prstGeom>
          <a:solidFill>
            <a:schemeClr val="lt2">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ar Subtitle">
  <p:cSld name="Four Bar Subtitle">
    <p:spTree>
      <p:nvGrpSpPr>
        <p:cNvPr id="398" name="Shape 398"/>
        <p:cNvGrpSpPr/>
        <p:nvPr/>
      </p:nvGrpSpPr>
      <p:grpSpPr>
        <a:xfrm>
          <a:off x="0" y="0"/>
          <a:ext cx="0" cy="0"/>
          <a:chOff x="0" y="0"/>
          <a:chExt cx="0" cy="0"/>
        </a:xfrm>
      </p:grpSpPr>
      <p:sp>
        <p:nvSpPr>
          <p:cNvPr id="399" name="Google Shape;399;p165"/>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0" name="Google Shape;400;p165"/>
          <p:cNvSpPr/>
          <p:nvPr>
            <p:ph idx="2" type="pic"/>
          </p:nvPr>
        </p:nvSpPr>
        <p:spPr>
          <a:xfrm>
            <a:off x="685800" y="1047750"/>
            <a:ext cx="1828800" cy="3199582"/>
          </a:xfrm>
          <a:prstGeom prst="rect">
            <a:avLst/>
          </a:prstGeom>
          <a:solidFill>
            <a:srgbClr val="3E3E42"/>
          </a:solidFill>
          <a:ln>
            <a:noFill/>
          </a:ln>
        </p:spPr>
      </p:sp>
      <p:sp>
        <p:nvSpPr>
          <p:cNvPr id="401" name="Google Shape;401;p165"/>
          <p:cNvSpPr/>
          <p:nvPr>
            <p:ph idx="3" type="pic"/>
          </p:nvPr>
        </p:nvSpPr>
        <p:spPr>
          <a:xfrm>
            <a:off x="2667000" y="1047750"/>
            <a:ext cx="1828800" cy="3199582"/>
          </a:xfrm>
          <a:prstGeom prst="rect">
            <a:avLst/>
          </a:prstGeom>
          <a:solidFill>
            <a:srgbClr val="3E3E42"/>
          </a:solidFill>
          <a:ln>
            <a:noFill/>
          </a:ln>
        </p:spPr>
      </p:sp>
      <p:sp>
        <p:nvSpPr>
          <p:cNvPr id="402" name="Google Shape;402;p165"/>
          <p:cNvSpPr/>
          <p:nvPr>
            <p:ph idx="4" type="pic"/>
          </p:nvPr>
        </p:nvSpPr>
        <p:spPr>
          <a:xfrm>
            <a:off x="4648200" y="1047750"/>
            <a:ext cx="1828800" cy="3199582"/>
          </a:xfrm>
          <a:prstGeom prst="rect">
            <a:avLst/>
          </a:prstGeom>
          <a:solidFill>
            <a:srgbClr val="3E3E42"/>
          </a:solidFill>
          <a:ln>
            <a:noFill/>
          </a:ln>
        </p:spPr>
      </p:sp>
      <p:sp>
        <p:nvSpPr>
          <p:cNvPr id="403" name="Google Shape;403;p165"/>
          <p:cNvSpPr/>
          <p:nvPr>
            <p:ph idx="5" type="pic"/>
          </p:nvPr>
        </p:nvSpPr>
        <p:spPr>
          <a:xfrm>
            <a:off x="6629400" y="1047750"/>
            <a:ext cx="1828800" cy="3199582"/>
          </a:xfrm>
          <a:prstGeom prst="rect">
            <a:avLst/>
          </a:prstGeom>
          <a:solidFill>
            <a:srgbClr val="3E3E42"/>
          </a:solidFill>
          <a:ln>
            <a:noFill/>
          </a:ln>
        </p:spPr>
      </p:sp>
      <p:sp>
        <p:nvSpPr>
          <p:cNvPr id="404" name="Google Shape;404;p165"/>
          <p:cNvSpPr txBox="1"/>
          <p:nvPr>
            <p:ph idx="1" type="body"/>
          </p:nvPr>
        </p:nvSpPr>
        <p:spPr>
          <a:xfrm>
            <a:off x="685800" y="3407102"/>
            <a:ext cx="1831086" cy="840230"/>
          </a:xfrm>
          <a:prstGeom prst="rect">
            <a:avLst/>
          </a:prstGeom>
          <a:solidFill>
            <a:schemeClr val="accent1">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05" name="Google Shape;405;p165"/>
          <p:cNvSpPr txBox="1"/>
          <p:nvPr>
            <p:ph idx="6" type="body"/>
          </p:nvPr>
        </p:nvSpPr>
        <p:spPr>
          <a:xfrm>
            <a:off x="2666238" y="3407102"/>
            <a:ext cx="1831086" cy="840230"/>
          </a:xfrm>
          <a:prstGeom prst="rect">
            <a:avLst/>
          </a:prstGeom>
          <a:solidFill>
            <a:schemeClr val="accent3">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06" name="Google Shape;406;p165"/>
          <p:cNvSpPr txBox="1"/>
          <p:nvPr>
            <p:ph idx="7" type="body"/>
          </p:nvPr>
        </p:nvSpPr>
        <p:spPr>
          <a:xfrm>
            <a:off x="4646676" y="3407102"/>
            <a:ext cx="1831086" cy="840230"/>
          </a:xfrm>
          <a:prstGeom prst="rect">
            <a:avLst/>
          </a:prstGeom>
          <a:solidFill>
            <a:schemeClr val="accent2">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07" name="Google Shape;407;p165"/>
          <p:cNvSpPr txBox="1"/>
          <p:nvPr>
            <p:ph idx="8" type="body"/>
          </p:nvPr>
        </p:nvSpPr>
        <p:spPr>
          <a:xfrm>
            <a:off x="6627114" y="3407102"/>
            <a:ext cx="1831086" cy="840230"/>
          </a:xfrm>
          <a:prstGeom prst="rect">
            <a:avLst/>
          </a:prstGeom>
          <a:solidFill>
            <a:schemeClr val="lt2">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08" name="Google Shape;408;p165"/>
          <p:cNvSpPr txBox="1"/>
          <p:nvPr>
            <p:ph idx="9" type="body"/>
          </p:nvPr>
        </p:nvSpPr>
        <p:spPr>
          <a:xfrm>
            <a:off x="685800" y="700088"/>
            <a:ext cx="7772400" cy="304800"/>
          </a:xfrm>
          <a:prstGeom prst="rect">
            <a:avLst/>
          </a:prstGeom>
          <a:noFill/>
          <a:ln>
            <a:noFill/>
          </a:ln>
        </p:spPr>
        <p:txBody>
          <a:bodyPr anchorCtr="0" anchor="t" bIns="0" lIns="0" spcFirstLastPara="1" rIns="0" wrap="square" tIns="0">
            <a:normAutofit/>
          </a:bodyPr>
          <a:lstStyle>
            <a:lvl1pPr indent="-228600" lvl="0" marL="457200" algn="ctr">
              <a:lnSpc>
                <a:spcPct val="86000"/>
              </a:lnSpc>
              <a:spcBef>
                <a:spcPts val="0"/>
              </a:spcBef>
              <a:spcAft>
                <a:spcPts val="0"/>
              </a:spcAft>
              <a:buSzPts val="1350"/>
              <a:buNone/>
              <a:defRPr sz="1350"/>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ar">
  <p:cSld name="Three Bar">
    <p:spTree>
      <p:nvGrpSpPr>
        <p:cNvPr id="409" name="Shape 409"/>
        <p:cNvGrpSpPr/>
        <p:nvPr/>
      </p:nvGrpSpPr>
      <p:grpSpPr>
        <a:xfrm>
          <a:off x="0" y="0"/>
          <a:ext cx="0" cy="0"/>
          <a:chOff x="0" y="0"/>
          <a:chExt cx="0" cy="0"/>
        </a:xfrm>
      </p:grpSpPr>
      <p:sp>
        <p:nvSpPr>
          <p:cNvPr id="410" name="Google Shape;410;p166"/>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1" name="Google Shape;411;p166"/>
          <p:cNvSpPr/>
          <p:nvPr>
            <p:ph idx="2" type="pic"/>
          </p:nvPr>
        </p:nvSpPr>
        <p:spPr>
          <a:xfrm>
            <a:off x="685800" y="1047750"/>
            <a:ext cx="2496312" cy="3199582"/>
          </a:xfrm>
          <a:prstGeom prst="rect">
            <a:avLst/>
          </a:prstGeom>
          <a:solidFill>
            <a:srgbClr val="3E3E42"/>
          </a:solidFill>
          <a:ln>
            <a:noFill/>
          </a:ln>
        </p:spPr>
      </p:sp>
      <p:sp>
        <p:nvSpPr>
          <p:cNvPr id="412" name="Google Shape;412;p166"/>
          <p:cNvSpPr/>
          <p:nvPr>
            <p:ph idx="3" type="pic"/>
          </p:nvPr>
        </p:nvSpPr>
        <p:spPr>
          <a:xfrm>
            <a:off x="3323844" y="1047750"/>
            <a:ext cx="2496312" cy="3199582"/>
          </a:xfrm>
          <a:prstGeom prst="rect">
            <a:avLst/>
          </a:prstGeom>
          <a:solidFill>
            <a:srgbClr val="3E3E42"/>
          </a:solidFill>
          <a:ln>
            <a:noFill/>
          </a:ln>
        </p:spPr>
      </p:sp>
      <p:sp>
        <p:nvSpPr>
          <p:cNvPr id="413" name="Google Shape;413;p166"/>
          <p:cNvSpPr/>
          <p:nvPr>
            <p:ph idx="4" type="pic"/>
          </p:nvPr>
        </p:nvSpPr>
        <p:spPr>
          <a:xfrm>
            <a:off x="5961888" y="1047750"/>
            <a:ext cx="2496312" cy="3199582"/>
          </a:xfrm>
          <a:prstGeom prst="rect">
            <a:avLst/>
          </a:prstGeom>
          <a:solidFill>
            <a:srgbClr val="3E3E42"/>
          </a:solidFill>
          <a:ln>
            <a:noFill/>
          </a:ln>
        </p:spPr>
      </p:sp>
      <p:sp>
        <p:nvSpPr>
          <p:cNvPr id="414" name="Google Shape;414;p166"/>
          <p:cNvSpPr txBox="1"/>
          <p:nvPr>
            <p:ph idx="1" type="body"/>
          </p:nvPr>
        </p:nvSpPr>
        <p:spPr>
          <a:xfrm>
            <a:off x="685800" y="3637934"/>
            <a:ext cx="2496312" cy="609398"/>
          </a:xfrm>
          <a:prstGeom prst="rect">
            <a:avLst/>
          </a:prstGeom>
          <a:solidFill>
            <a:schemeClr val="accent1">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15" name="Google Shape;415;p166"/>
          <p:cNvSpPr txBox="1"/>
          <p:nvPr>
            <p:ph idx="5" type="body"/>
          </p:nvPr>
        </p:nvSpPr>
        <p:spPr>
          <a:xfrm>
            <a:off x="3323844" y="3637934"/>
            <a:ext cx="2496312" cy="609398"/>
          </a:xfrm>
          <a:prstGeom prst="rect">
            <a:avLst/>
          </a:prstGeom>
          <a:solidFill>
            <a:schemeClr val="accent4">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16" name="Google Shape;416;p166"/>
          <p:cNvSpPr txBox="1"/>
          <p:nvPr>
            <p:ph idx="6" type="body"/>
          </p:nvPr>
        </p:nvSpPr>
        <p:spPr>
          <a:xfrm>
            <a:off x="5961888" y="3637934"/>
            <a:ext cx="2496312" cy="609398"/>
          </a:xfrm>
          <a:prstGeom prst="rect">
            <a:avLst/>
          </a:prstGeom>
          <a:solidFill>
            <a:schemeClr val="accent3">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ar Subtitle">
  <p:cSld name="Three Bar Subtitle">
    <p:spTree>
      <p:nvGrpSpPr>
        <p:cNvPr id="417" name="Shape 417"/>
        <p:cNvGrpSpPr/>
        <p:nvPr/>
      </p:nvGrpSpPr>
      <p:grpSpPr>
        <a:xfrm>
          <a:off x="0" y="0"/>
          <a:ext cx="0" cy="0"/>
          <a:chOff x="0" y="0"/>
          <a:chExt cx="0" cy="0"/>
        </a:xfrm>
      </p:grpSpPr>
      <p:sp>
        <p:nvSpPr>
          <p:cNvPr id="418" name="Google Shape;418;p167"/>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9" name="Google Shape;419;p167"/>
          <p:cNvSpPr/>
          <p:nvPr>
            <p:ph idx="2" type="pic"/>
          </p:nvPr>
        </p:nvSpPr>
        <p:spPr>
          <a:xfrm>
            <a:off x="685800" y="1047750"/>
            <a:ext cx="2496312" cy="3199582"/>
          </a:xfrm>
          <a:prstGeom prst="rect">
            <a:avLst/>
          </a:prstGeom>
          <a:solidFill>
            <a:srgbClr val="3E3E42"/>
          </a:solidFill>
          <a:ln>
            <a:noFill/>
          </a:ln>
        </p:spPr>
      </p:sp>
      <p:sp>
        <p:nvSpPr>
          <p:cNvPr id="420" name="Google Shape;420;p167"/>
          <p:cNvSpPr/>
          <p:nvPr>
            <p:ph idx="3" type="pic"/>
          </p:nvPr>
        </p:nvSpPr>
        <p:spPr>
          <a:xfrm>
            <a:off x="3323844" y="1047750"/>
            <a:ext cx="2496312" cy="3199582"/>
          </a:xfrm>
          <a:prstGeom prst="rect">
            <a:avLst/>
          </a:prstGeom>
          <a:solidFill>
            <a:srgbClr val="3E3E42"/>
          </a:solidFill>
          <a:ln>
            <a:noFill/>
          </a:ln>
        </p:spPr>
      </p:sp>
      <p:sp>
        <p:nvSpPr>
          <p:cNvPr id="421" name="Google Shape;421;p167"/>
          <p:cNvSpPr/>
          <p:nvPr>
            <p:ph idx="4" type="pic"/>
          </p:nvPr>
        </p:nvSpPr>
        <p:spPr>
          <a:xfrm>
            <a:off x="5961888" y="1047750"/>
            <a:ext cx="2496312" cy="3199582"/>
          </a:xfrm>
          <a:prstGeom prst="rect">
            <a:avLst/>
          </a:prstGeom>
          <a:solidFill>
            <a:srgbClr val="3E3E42"/>
          </a:solidFill>
          <a:ln>
            <a:noFill/>
          </a:ln>
        </p:spPr>
      </p:sp>
      <p:sp>
        <p:nvSpPr>
          <p:cNvPr id="422" name="Google Shape;422;p167"/>
          <p:cNvSpPr txBox="1"/>
          <p:nvPr>
            <p:ph idx="1" type="body"/>
          </p:nvPr>
        </p:nvSpPr>
        <p:spPr>
          <a:xfrm>
            <a:off x="685800" y="3637934"/>
            <a:ext cx="2496312" cy="609398"/>
          </a:xfrm>
          <a:prstGeom prst="rect">
            <a:avLst/>
          </a:prstGeom>
          <a:solidFill>
            <a:schemeClr val="accent1">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23" name="Google Shape;423;p167"/>
          <p:cNvSpPr txBox="1"/>
          <p:nvPr>
            <p:ph idx="5" type="body"/>
          </p:nvPr>
        </p:nvSpPr>
        <p:spPr>
          <a:xfrm>
            <a:off x="3323844" y="3637934"/>
            <a:ext cx="2496312" cy="609398"/>
          </a:xfrm>
          <a:prstGeom prst="rect">
            <a:avLst/>
          </a:prstGeom>
          <a:solidFill>
            <a:schemeClr val="accent4">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24" name="Google Shape;424;p167"/>
          <p:cNvSpPr txBox="1"/>
          <p:nvPr>
            <p:ph idx="6" type="body"/>
          </p:nvPr>
        </p:nvSpPr>
        <p:spPr>
          <a:xfrm>
            <a:off x="5961888" y="3637934"/>
            <a:ext cx="2496312" cy="609398"/>
          </a:xfrm>
          <a:prstGeom prst="rect">
            <a:avLst/>
          </a:prstGeom>
          <a:solidFill>
            <a:schemeClr val="accent3">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25" name="Google Shape;425;p167"/>
          <p:cNvSpPr txBox="1"/>
          <p:nvPr>
            <p:ph idx="7" type="body"/>
          </p:nvPr>
        </p:nvSpPr>
        <p:spPr>
          <a:xfrm>
            <a:off x="685800" y="700088"/>
            <a:ext cx="7772400" cy="304800"/>
          </a:xfrm>
          <a:prstGeom prst="rect">
            <a:avLst/>
          </a:prstGeom>
          <a:noFill/>
          <a:ln>
            <a:noFill/>
          </a:ln>
        </p:spPr>
        <p:txBody>
          <a:bodyPr anchorCtr="0" anchor="t" bIns="0" lIns="0" spcFirstLastPara="1" rIns="0" wrap="square" tIns="0">
            <a:normAutofit/>
          </a:bodyPr>
          <a:lstStyle>
            <a:lvl1pPr indent="-228600" lvl="0" marL="457200" algn="ctr">
              <a:lnSpc>
                <a:spcPct val="86000"/>
              </a:lnSpc>
              <a:spcBef>
                <a:spcPts val="0"/>
              </a:spcBef>
              <a:spcAft>
                <a:spcPts val="0"/>
              </a:spcAft>
              <a:buSzPts val="1350"/>
              <a:buNone/>
              <a:defRPr sz="1350"/>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Bar Subtitle">
  <p:cSld name="2 Bar Subtitle">
    <p:spTree>
      <p:nvGrpSpPr>
        <p:cNvPr id="426" name="Shape 426"/>
        <p:cNvGrpSpPr/>
        <p:nvPr/>
      </p:nvGrpSpPr>
      <p:grpSpPr>
        <a:xfrm>
          <a:off x="0" y="0"/>
          <a:ext cx="0" cy="0"/>
          <a:chOff x="0" y="0"/>
          <a:chExt cx="0" cy="0"/>
        </a:xfrm>
      </p:grpSpPr>
      <p:sp>
        <p:nvSpPr>
          <p:cNvPr id="427" name="Google Shape;427;p168"/>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8" name="Google Shape;428;p168"/>
          <p:cNvSpPr/>
          <p:nvPr>
            <p:ph idx="2" type="pic"/>
          </p:nvPr>
        </p:nvSpPr>
        <p:spPr>
          <a:xfrm>
            <a:off x="685800" y="1047750"/>
            <a:ext cx="3814192" cy="3199582"/>
          </a:xfrm>
          <a:prstGeom prst="rect">
            <a:avLst/>
          </a:prstGeom>
          <a:solidFill>
            <a:srgbClr val="3E3E42"/>
          </a:solidFill>
          <a:ln>
            <a:noFill/>
          </a:ln>
        </p:spPr>
      </p:sp>
      <p:sp>
        <p:nvSpPr>
          <p:cNvPr id="429" name="Google Shape;429;p168"/>
          <p:cNvSpPr/>
          <p:nvPr>
            <p:ph idx="3" type="pic"/>
          </p:nvPr>
        </p:nvSpPr>
        <p:spPr>
          <a:xfrm>
            <a:off x="4644009" y="1047750"/>
            <a:ext cx="3814192" cy="3199582"/>
          </a:xfrm>
          <a:prstGeom prst="rect">
            <a:avLst/>
          </a:prstGeom>
          <a:solidFill>
            <a:srgbClr val="3E3E42"/>
          </a:solidFill>
          <a:ln>
            <a:noFill/>
          </a:ln>
        </p:spPr>
      </p:sp>
      <p:sp>
        <p:nvSpPr>
          <p:cNvPr id="430" name="Google Shape;430;p168"/>
          <p:cNvSpPr txBox="1"/>
          <p:nvPr>
            <p:ph idx="1" type="body"/>
          </p:nvPr>
        </p:nvSpPr>
        <p:spPr>
          <a:xfrm>
            <a:off x="685800" y="3637934"/>
            <a:ext cx="3813048" cy="609398"/>
          </a:xfrm>
          <a:prstGeom prst="rect">
            <a:avLst/>
          </a:prstGeom>
          <a:solidFill>
            <a:schemeClr val="accent1">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31" name="Google Shape;431;p168"/>
          <p:cNvSpPr txBox="1"/>
          <p:nvPr>
            <p:ph idx="4" type="body"/>
          </p:nvPr>
        </p:nvSpPr>
        <p:spPr>
          <a:xfrm>
            <a:off x="4645152" y="3637934"/>
            <a:ext cx="3813048" cy="609398"/>
          </a:xfrm>
          <a:prstGeom prst="rect">
            <a:avLst/>
          </a:prstGeom>
          <a:solidFill>
            <a:schemeClr val="accent4">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32" name="Google Shape;432;p168"/>
          <p:cNvSpPr txBox="1"/>
          <p:nvPr>
            <p:ph idx="5" type="body"/>
          </p:nvPr>
        </p:nvSpPr>
        <p:spPr>
          <a:xfrm>
            <a:off x="685800" y="700088"/>
            <a:ext cx="7772400" cy="304800"/>
          </a:xfrm>
          <a:prstGeom prst="rect">
            <a:avLst/>
          </a:prstGeom>
          <a:noFill/>
          <a:ln>
            <a:noFill/>
          </a:ln>
        </p:spPr>
        <p:txBody>
          <a:bodyPr anchorCtr="0" anchor="t" bIns="0" lIns="0" spcFirstLastPara="1" rIns="0" wrap="square" tIns="0">
            <a:normAutofit/>
          </a:bodyPr>
          <a:lstStyle>
            <a:lvl1pPr indent="-228600" lvl="0" marL="457200" algn="ctr">
              <a:lnSpc>
                <a:spcPct val="86000"/>
              </a:lnSpc>
              <a:spcBef>
                <a:spcPts val="0"/>
              </a:spcBef>
              <a:spcAft>
                <a:spcPts val="0"/>
              </a:spcAft>
              <a:buSzPts val="1350"/>
              <a:buNone/>
              <a:defRPr sz="1350"/>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ar">
  <p:cSld name="Two Bar">
    <p:spTree>
      <p:nvGrpSpPr>
        <p:cNvPr id="433" name="Shape 433"/>
        <p:cNvGrpSpPr/>
        <p:nvPr/>
      </p:nvGrpSpPr>
      <p:grpSpPr>
        <a:xfrm>
          <a:off x="0" y="0"/>
          <a:ext cx="0" cy="0"/>
          <a:chOff x="0" y="0"/>
          <a:chExt cx="0" cy="0"/>
        </a:xfrm>
      </p:grpSpPr>
      <p:sp>
        <p:nvSpPr>
          <p:cNvPr id="434" name="Google Shape;434;p169"/>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5" name="Google Shape;435;p169"/>
          <p:cNvSpPr/>
          <p:nvPr>
            <p:ph idx="2" type="pic"/>
          </p:nvPr>
        </p:nvSpPr>
        <p:spPr>
          <a:xfrm>
            <a:off x="685800" y="1047750"/>
            <a:ext cx="3814192" cy="3199582"/>
          </a:xfrm>
          <a:prstGeom prst="rect">
            <a:avLst/>
          </a:prstGeom>
          <a:solidFill>
            <a:srgbClr val="3E3E42"/>
          </a:solidFill>
          <a:ln>
            <a:noFill/>
          </a:ln>
        </p:spPr>
      </p:sp>
      <p:sp>
        <p:nvSpPr>
          <p:cNvPr id="436" name="Google Shape;436;p169"/>
          <p:cNvSpPr/>
          <p:nvPr>
            <p:ph idx="3" type="pic"/>
          </p:nvPr>
        </p:nvSpPr>
        <p:spPr>
          <a:xfrm>
            <a:off x="4644009" y="1047750"/>
            <a:ext cx="3814192" cy="3199582"/>
          </a:xfrm>
          <a:prstGeom prst="rect">
            <a:avLst/>
          </a:prstGeom>
          <a:solidFill>
            <a:srgbClr val="3E3E42"/>
          </a:solidFill>
          <a:ln>
            <a:noFill/>
          </a:ln>
        </p:spPr>
      </p:sp>
      <p:sp>
        <p:nvSpPr>
          <p:cNvPr id="437" name="Google Shape;437;p169"/>
          <p:cNvSpPr txBox="1"/>
          <p:nvPr>
            <p:ph idx="1" type="body"/>
          </p:nvPr>
        </p:nvSpPr>
        <p:spPr>
          <a:xfrm>
            <a:off x="685800" y="3637934"/>
            <a:ext cx="3813048" cy="609398"/>
          </a:xfrm>
          <a:prstGeom prst="rect">
            <a:avLst/>
          </a:prstGeom>
          <a:solidFill>
            <a:schemeClr val="accent1">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38" name="Google Shape;438;p169"/>
          <p:cNvSpPr txBox="1"/>
          <p:nvPr>
            <p:ph idx="4" type="body"/>
          </p:nvPr>
        </p:nvSpPr>
        <p:spPr>
          <a:xfrm>
            <a:off x="4645152" y="3637934"/>
            <a:ext cx="3813048" cy="609398"/>
          </a:xfrm>
          <a:prstGeom prst="rect">
            <a:avLst/>
          </a:prstGeom>
          <a:solidFill>
            <a:schemeClr val="accent4">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Bar Text">
  <p:cSld name="4 Bar Text">
    <p:spTree>
      <p:nvGrpSpPr>
        <p:cNvPr id="439" name="Shape 439"/>
        <p:cNvGrpSpPr/>
        <p:nvPr/>
      </p:nvGrpSpPr>
      <p:grpSpPr>
        <a:xfrm>
          <a:off x="0" y="0"/>
          <a:ext cx="0" cy="0"/>
          <a:chOff x="0" y="0"/>
          <a:chExt cx="0" cy="0"/>
        </a:xfrm>
      </p:grpSpPr>
      <p:sp>
        <p:nvSpPr>
          <p:cNvPr id="440" name="Google Shape;440;p170"/>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1" name="Google Shape;441;p170"/>
          <p:cNvSpPr/>
          <p:nvPr>
            <p:ph idx="2" type="pic"/>
          </p:nvPr>
        </p:nvSpPr>
        <p:spPr>
          <a:xfrm>
            <a:off x="685800" y="1047750"/>
            <a:ext cx="1828800" cy="1983051"/>
          </a:xfrm>
          <a:prstGeom prst="rect">
            <a:avLst/>
          </a:prstGeom>
          <a:solidFill>
            <a:srgbClr val="3E3E42"/>
          </a:solidFill>
          <a:ln>
            <a:noFill/>
          </a:ln>
        </p:spPr>
      </p:sp>
      <p:sp>
        <p:nvSpPr>
          <p:cNvPr id="442" name="Google Shape;442;p170"/>
          <p:cNvSpPr/>
          <p:nvPr>
            <p:ph idx="3" type="pic"/>
          </p:nvPr>
        </p:nvSpPr>
        <p:spPr>
          <a:xfrm>
            <a:off x="2667000" y="1047750"/>
            <a:ext cx="1828800" cy="1983051"/>
          </a:xfrm>
          <a:prstGeom prst="rect">
            <a:avLst/>
          </a:prstGeom>
          <a:solidFill>
            <a:srgbClr val="3E3E42"/>
          </a:solidFill>
          <a:ln>
            <a:noFill/>
          </a:ln>
        </p:spPr>
      </p:sp>
      <p:sp>
        <p:nvSpPr>
          <p:cNvPr id="443" name="Google Shape;443;p170"/>
          <p:cNvSpPr/>
          <p:nvPr>
            <p:ph idx="4" type="pic"/>
          </p:nvPr>
        </p:nvSpPr>
        <p:spPr>
          <a:xfrm>
            <a:off x="4648200" y="1047750"/>
            <a:ext cx="1828800" cy="1983051"/>
          </a:xfrm>
          <a:prstGeom prst="rect">
            <a:avLst/>
          </a:prstGeom>
          <a:solidFill>
            <a:srgbClr val="3E3E42"/>
          </a:solidFill>
          <a:ln>
            <a:noFill/>
          </a:ln>
        </p:spPr>
      </p:sp>
      <p:sp>
        <p:nvSpPr>
          <p:cNvPr id="444" name="Google Shape;444;p170"/>
          <p:cNvSpPr/>
          <p:nvPr>
            <p:ph idx="5" type="pic"/>
          </p:nvPr>
        </p:nvSpPr>
        <p:spPr>
          <a:xfrm>
            <a:off x="6629400" y="1047750"/>
            <a:ext cx="1828800" cy="1983051"/>
          </a:xfrm>
          <a:prstGeom prst="rect">
            <a:avLst/>
          </a:prstGeom>
          <a:solidFill>
            <a:srgbClr val="3E3E42"/>
          </a:solidFill>
          <a:ln>
            <a:noFill/>
          </a:ln>
        </p:spPr>
      </p:sp>
      <p:sp>
        <p:nvSpPr>
          <p:cNvPr id="445" name="Google Shape;445;p170"/>
          <p:cNvSpPr txBox="1"/>
          <p:nvPr>
            <p:ph idx="1" type="body"/>
          </p:nvPr>
        </p:nvSpPr>
        <p:spPr>
          <a:xfrm>
            <a:off x="685800" y="2190571"/>
            <a:ext cx="1831086" cy="840230"/>
          </a:xfrm>
          <a:prstGeom prst="rect">
            <a:avLst/>
          </a:prstGeom>
          <a:solidFill>
            <a:schemeClr val="accent1">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46" name="Google Shape;446;p170"/>
          <p:cNvSpPr txBox="1"/>
          <p:nvPr>
            <p:ph idx="6" type="body"/>
          </p:nvPr>
        </p:nvSpPr>
        <p:spPr>
          <a:xfrm>
            <a:off x="2666238" y="2190571"/>
            <a:ext cx="1831086" cy="840230"/>
          </a:xfrm>
          <a:prstGeom prst="rect">
            <a:avLst/>
          </a:prstGeom>
          <a:solidFill>
            <a:schemeClr val="accent3">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47" name="Google Shape;447;p170"/>
          <p:cNvSpPr txBox="1"/>
          <p:nvPr>
            <p:ph idx="7" type="body"/>
          </p:nvPr>
        </p:nvSpPr>
        <p:spPr>
          <a:xfrm>
            <a:off x="4646676" y="2190571"/>
            <a:ext cx="1831086" cy="840230"/>
          </a:xfrm>
          <a:prstGeom prst="rect">
            <a:avLst/>
          </a:prstGeom>
          <a:solidFill>
            <a:schemeClr val="accent2">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48" name="Google Shape;448;p170"/>
          <p:cNvSpPr txBox="1"/>
          <p:nvPr>
            <p:ph idx="8" type="body"/>
          </p:nvPr>
        </p:nvSpPr>
        <p:spPr>
          <a:xfrm>
            <a:off x="6627114" y="2190571"/>
            <a:ext cx="1831086" cy="840230"/>
          </a:xfrm>
          <a:prstGeom prst="rect">
            <a:avLst/>
          </a:prstGeom>
          <a:solidFill>
            <a:schemeClr val="lt2">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49" name="Google Shape;449;p170"/>
          <p:cNvSpPr txBox="1"/>
          <p:nvPr>
            <p:ph idx="9" type="body"/>
          </p:nvPr>
        </p:nvSpPr>
        <p:spPr>
          <a:xfrm>
            <a:off x="685800" y="3159229"/>
            <a:ext cx="1831086" cy="128516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50" name="Google Shape;450;p170"/>
          <p:cNvSpPr txBox="1"/>
          <p:nvPr>
            <p:ph idx="13" type="body"/>
          </p:nvPr>
        </p:nvSpPr>
        <p:spPr>
          <a:xfrm>
            <a:off x="2666238" y="3159229"/>
            <a:ext cx="1831086" cy="128516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51" name="Google Shape;451;p170"/>
          <p:cNvSpPr txBox="1"/>
          <p:nvPr>
            <p:ph idx="14" type="body"/>
          </p:nvPr>
        </p:nvSpPr>
        <p:spPr>
          <a:xfrm>
            <a:off x="4646676" y="3159229"/>
            <a:ext cx="1831086" cy="128516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52" name="Google Shape;452;p170"/>
          <p:cNvSpPr txBox="1"/>
          <p:nvPr>
            <p:ph idx="15" type="body"/>
          </p:nvPr>
        </p:nvSpPr>
        <p:spPr>
          <a:xfrm>
            <a:off x="6627114" y="3159229"/>
            <a:ext cx="1831086" cy="128516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Bar Text Subtitle">
  <p:cSld name="4 Bar Text Subtitle">
    <p:spTree>
      <p:nvGrpSpPr>
        <p:cNvPr id="453" name="Shape 453"/>
        <p:cNvGrpSpPr/>
        <p:nvPr/>
      </p:nvGrpSpPr>
      <p:grpSpPr>
        <a:xfrm>
          <a:off x="0" y="0"/>
          <a:ext cx="0" cy="0"/>
          <a:chOff x="0" y="0"/>
          <a:chExt cx="0" cy="0"/>
        </a:xfrm>
      </p:grpSpPr>
      <p:sp>
        <p:nvSpPr>
          <p:cNvPr id="454" name="Google Shape;454;p171"/>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5" name="Google Shape;455;p171"/>
          <p:cNvSpPr/>
          <p:nvPr>
            <p:ph idx="2" type="pic"/>
          </p:nvPr>
        </p:nvSpPr>
        <p:spPr>
          <a:xfrm>
            <a:off x="685800" y="1047750"/>
            <a:ext cx="1828800" cy="1983051"/>
          </a:xfrm>
          <a:prstGeom prst="rect">
            <a:avLst/>
          </a:prstGeom>
          <a:solidFill>
            <a:srgbClr val="3E3E42"/>
          </a:solidFill>
          <a:ln>
            <a:noFill/>
          </a:ln>
        </p:spPr>
      </p:sp>
      <p:sp>
        <p:nvSpPr>
          <p:cNvPr id="456" name="Google Shape;456;p171"/>
          <p:cNvSpPr/>
          <p:nvPr>
            <p:ph idx="3" type="pic"/>
          </p:nvPr>
        </p:nvSpPr>
        <p:spPr>
          <a:xfrm>
            <a:off x="2667000" y="1047750"/>
            <a:ext cx="1828800" cy="1983051"/>
          </a:xfrm>
          <a:prstGeom prst="rect">
            <a:avLst/>
          </a:prstGeom>
          <a:solidFill>
            <a:srgbClr val="3E3E42"/>
          </a:solidFill>
          <a:ln>
            <a:noFill/>
          </a:ln>
        </p:spPr>
      </p:sp>
      <p:sp>
        <p:nvSpPr>
          <p:cNvPr id="457" name="Google Shape;457;p171"/>
          <p:cNvSpPr/>
          <p:nvPr>
            <p:ph idx="4" type="pic"/>
          </p:nvPr>
        </p:nvSpPr>
        <p:spPr>
          <a:xfrm>
            <a:off x="4648200" y="1047750"/>
            <a:ext cx="1828800" cy="1983051"/>
          </a:xfrm>
          <a:prstGeom prst="rect">
            <a:avLst/>
          </a:prstGeom>
          <a:solidFill>
            <a:srgbClr val="3E3E42"/>
          </a:solidFill>
          <a:ln>
            <a:noFill/>
          </a:ln>
        </p:spPr>
      </p:sp>
      <p:sp>
        <p:nvSpPr>
          <p:cNvPr id="458" name="Google Shape;458;p171"/>
          <p:cNvSpPr/>
          <p:nvPr>
            <p:ph idx="5" type="pic"/>
          </p:nvPr>
        </p:nvSpPr>
        <p:spPr>
          <a:xfrm>
            <a:off x="6629400" y="1047750"/>
            <a:ext cx="1828800" cy="1983051"/>
          </a:xfrm>
          <a:prstGeom prst="rect">
            <a:avLst/>
          </a:prstGeom>
          <a:solidFill>
            <a:srgbClr val="3E3E42"/>
          </a:solidFill>
          <a:ln>
            <a:noFill/>
          </a:ln>
        </p:spPr>
      </p:sp>
      <p:sp>
        <p:nvSpPr>
          <p:cNvPr id="459" name="Google Shape;459;p171"/>
          <p:cNvSpPr txBox="1"/>
          <p:nvPr>
            <p:ph idx="1" type="body"/>
          </p:nvPr>
        </p:nvSpPr>
        <p:spPr>
          <a:xfrm>
            <a:off x="685800" y="2190571"/>
            <a:ext cx="1831086" cy="840230"/>
          </a:xfrm>
          <a:prstGeom prst="rect">
            <a:avLst/>
          </a:prstGeom>
          <a:solidFill>
            <a:schemeClr val="accent1">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60" name="Google Shape;460;p171"/>
          <p:cNvSpPr txBox="1"/>
          <p:nvPr>
            <p:ph idx="6" type="body"/>
          </p:nvPr>
        </p:nvSpPr>
        <p:spPr>
          <a:xfrm>
            <a:off x="2666238" y="2190571"/>
            <a:ext cx="1831086" cy="840230"/>
          </a:xfrm>
          <a:prstGeom prst="rect">
            <a:avLst/>
          </a:prstGeom>
          <a:solidFill>
            <a:schemeClr val="accent3">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61" name="Google Shape;461;p171"/>
          <p:cNvSpPr txBox="1"/>
          <p:nvPr>
            <p:ph idx="7" type="body"/>
          </p:nvPr>
        </p:nvSpPr>
        <p:spPr>
          <a:xfrm>
            <a:off x="4646676" y="2190571"/>
            <a:ext cx="1831086" cy="840230"/>
          </a:xfrm>
          <a:prstGeom prst="rect">
            <a:avLst/>
          </a:prstGeom>
          <a:solidFill>
            <a:schemeClr val="accent2">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62" name="Google Shape;462;p171"/>
          <p:cNvSpPr txBox="1"/>
          <p:nvPr>
            <p:ph idx="8" type="body"/>
          </p:nvPr>
        </p:nvSpPr>
        <p:spPr>
          <a:xfrm>
            <a:off x="6627114" y="2190571"/>
            <a:ext cx="1831086" cy="840230"/>
          </a:xfrm>
          <a:prstGeom prst="rect">
            <a:avLst/>
          </a:prstGeom>
          <a:solidFill>
            <a:schemeClr val="lt2">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63" name="Google Shape;463;p171"/>
          <p:cNvSpPr txBox="1"/>
          <p:nvPr>
            <p:ph idx="9" type="body"/>
          </p:nvPr>
        </p:nvSpPr>
        <p:spPr>
          <a:xfrm>
            <a:off x="685800" y="3159229"/>
            <a:ext cx="1831086" cy="128516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64" name="Google Shape;464;p171"/>
          <p:cNvSpPr txBox="1"/>
          <p:nvPr>
            <p:ph idx="13" type="body"/>
          </p:nvPr>
        </p:nvSpPr>
        <p:spPr>
          <a:xfrm>
            <a:off x="2666238" y="3159229"/>
            <a:ext cx="1831086" cy="128516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Clr>
                <a:schemeClr val="accent3"/>
              </a:buClr>
              <a:buSzPts val="1050"/>
              <a:buFont typeface="Arial"/>
              <a:buChar char="•"/>
              <a:defRPr sz="1050"/>
            </a:lvl2pPr>
            <a:lvl3pPr indent="-295275" lvl="2" marL="1371600" algn="l">
              <a:lnSpc>
                <a:spcPct val="100000"/>
              </a:lnSpc>
              <a:spcBef>
                <a:spcPts val="210"/>
              </a:spcBef>
              <a:spcAft>
                <a:spcPts val="0"/>
              </a:spcAft>
              <a:buClr>
                <a:schemeClr val="accent3"/>
              </a:buClr>
              <a:buSzPts val="1050"/>
              <a:buChar char="•"/>
              <a:defRPr sz="1050"/>
            </a:lvl3pPr>
            <a:lvl4pPr indent="-295275" lvl="3" marL="1828800" algn="l">
              <a:lnSpc>
                <a:spcPct val="100000"/>
              </a:lnSpc>
              <a:spcBef>
                <a:spcPts val="210"/>
              </a:spcBef>
              <a:spcAft>
                <a:spcPts val="0"/>
              </a:spcAft>
              <a:buClr>
                <a:schemeClr val="accent3"/>
              </a:buClr>
              <a:buSzPts val="1050"/>
              <a:buChar char="–"/>
              <a:defRPr sz="1050"/>
            </a:lvl4pPr>
            <a:lvl5pPr indent="-295275" lvl="4" marL="2286000" algn="l">
              <a:lnSpc>
                <a:spcPct val="100000"/>
              </a:lnSpc>
              <a:spcBef>
                <a:spcPts val="210"/>
              </a:spcBef>
              <a:spcAft>
                <a:spcPts val="0"/>
              </a:spcAft>
              <a:buClr>
                <a:schemeClr val="accent3"/>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65" name="Google Shape;465;p171"/>
          <p:cNvSpPr txBox="1"/>
          <p:nvPr>
            <p:ph idx="14" type="body"/>
          </p:nvPr>
        </p:nvSpPr>
        <p:spPr>
          <a:xfrm>
            <a:off x="4646676" y="3159229"/>
            <a:ext cx="1831086" cy="128516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Clr>
                <a:schemeClr val="accent2"/>
              </a:buClr>
              <a:buSzPts val="1050"/>
              <a:buFont typeface="Arial"/>
              <a:buChar char="•"/>
              <a:defRPr sz="1050"/>
            </a:lvl2pPr>
            <a:lvl3pPr indent="-295275" lvl="2" marL="1371600" algn="l">
              <a:lnSpc>
                <a:spcPct val="100000"/>
              </a:lnSpc>
              <a:spcBef>
                <a:spcPts val="210"/>
              </a:spcBef>
              <a:spcAft>
                <a:spcPts val="0"/>
              </a:spcAft>
              <a:buClr>
                <a:schemeClr val="accent2"/>
              </a:buClr>
              <a:buSzPts val="1050"/>
              <a:buChar char="•"/>
              <a:defRPr sz="1050"/>
            </a:lvl3pPr>
            <a:lvl4pPr indent="-295275" lvl="3" marL="1828800" algn="l">
              <a:lnSpc>
                <a:spcPct val="100000"/>
              </a:lnSpc>
              <a:spcBef>
                <a:spcPts val="210"/>
              </a:spcBef>
              <a:spcAft>
                <a:spcPts val="0"/>
              </a:spcAft>
              <a:buClr>
                <a:schemeClr val="accent2"/>
              </a:buClr>
              <a:buSzPts val="1050"/>
              <a:buChar char="–"/>
              <a:defRPr sz="1050"/>
            </a:lvl4pPr>
            <a:lvl5pPr indent="-295275" lvl="4" marL="2286000" algn="l">
              <a:lnSpc>
                <a:spcPct val="100000"/>
              </a:lnSpc>
              <a:spcBef>
                <a:spcPts val="210"/>
              </a:spcBef>
              <a:spcAft>
                <a:spcPts val="0"/>
              </a:spcAft>
              <a:buClr>
                <a:schemeClr val="accent2"/>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66" name="Google Shape;466;p171"/>
          <p:cNvSpPr txBox="1"/>
          <p:nvPr>
            <p:ph idx="15" type="body"/>
          </p:nvPr>
        </p:nvSpPr>
        <p:spPr>
          <a:xfrm>
            <a:off x="6627114" y="3159229"/>
            <a:ext cx="1831086" cy="128516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Clr>
                <a:schemeClr val="lt2"/>
              </a:buClr>
              <a:buSzPts val="1050"/>
              <a:buFont typeface="Arial"/>
              <a:buChar char="•"/>
              <a:defRPr sz="1050"/>
            </a:lvl2pPr>
            <a:lvl3pPr indent="-295275" lvl="2" marL="1371600" algn="l">
              <a:lnSpc>
                <a:spcPct val="100000"/>
              </a:lnSpc>
              <a:spcBef>
                <a:spcPts val="210"/>
              </a:spcBef>
              <a:spcAft>
                <a:spcPts val="0"/>
              </a:spcAft>
              <a:buClr>
                <a:schemeClr val="lt2"/>
              </a:buClr>
              <a:buSzPts val="1050"/>
              <a:buChar char="•"/>
              <a:defRPr sz="1050"/>
            </a:lvl3pPr>
            <a:lvl4pPr indent="-295275" lvl="3" marL="1828800" algn="l">
              <a:lnSpc>
                <a:spcPct val="100000"/>
              </a:lnSpc>
              <a:spcBef>
                <a:spcPts val="210"/>
              </a:spcBef>
              <a:spcAft>
                <a:spcPts val="0"/>
              </a:spcAft>
              <a:buClr>
                <a:schemeClr val="lt2"/>
              </a:buClr>
              <a:buSzPts val="1050"/>
              <a:buChar char="–"/>
              <a:defRPr sz="1050"/>
            </a:lvl4pPr>
            <a:lvl5pPr indent="-295275" lvl="4" marL="2286000" algn="l">
              <a:lnSpc>
                <a:spcPct val="100000"/>
              </a:lnSpc>
              <a:spcBef>
                <a:spcPts val="210"/>
              </a:spcBef>
              <a:spcAft>
                <a:spcPts val="0"/>
              </a:spcAft>
              <a:buClr>
                <a:schemeClr val="lt2"/>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67" name="Google Shape;467;p171"/>
          <p:cNvSpPr txBox="1"/>
          <p:nvPr>
            <p:ph idx="16" type="body"/>
          </p:nvPr>
        </p:nvSpPr>
        <p:spPr>
          <a:xfrm>
            <a:off x="685800" y="700088"/>
            <a:ext cx="7772400" cy="304800"/>
          </a:xfrm>
          <a:prstGeom prst="rect">
            <a:avLst/>
          </a:prstGeom>
          <a:noFill/>
          <a:ln>
            <a:noFill/>
          </a:ln>
        </p:spPr>
        <p:txBody>
          <a:bodyPr anchorCtr="0" anchor="t" bIns="0" lIns="0" spcFirstLastPara="1" rIns="0" wrap="square" tIns="0">
            <a:normAutofit/>
          </a:bodyPr>
          <a:lstStyle>
            <a:lvl1pPr indent="-228600" lvl="0" marL="457200" algn="ctr">
              <a:lnSpc>
                <a:spcPct val="86000"/>
              </a:lnSpc>
              <a:spcBef>
                <a:spcPts val="0"/>
              </a:spcBef>
              <a:spcAft>
                <a:spcPts val="0"/>
              </a:spcAft>
              <a:buSzPts val="1350"/>
              <a:buNone/>
              <a:defRPr sz="1350"/>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ar Text Subtitle">
  <p:cSld name="Three Bar Text Subtitle">
    <p:spTree>
      <p:nvGrpSpPr>
        <p:cNvPr id="468" name="Shape 468"/>
        <p:cNvGrpSpPr/>
        <p:nvPr/>
      </p:nvGrpSpPr>
      <p:grpSpPr>
        <a:xfrm>
          <a:off x="0" y="0"/>
          <a:ext cx="0" cy="0"/>
          <a:chOff x="0" y="0"/>
          <a:chExt cx="0" cy="0"/>
        </a:xfrm>
      </p:grpSpPr>
      <p:sp>
        <p:nvSpPr>
          <p:cNvPr id="469" name="Google Shape;469;p172"/>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0" name="Google Shape;470;p172"/>
          <p:cNvSpPr/>
          <p:nvPr>
            <p:ph idx="2" type="pic"/>
          </p:nvPr>
        </p:nvSpPr>
        <p:spPr>
          <a:xfrm>
            <a:off x="685800" y="1047750"/>
            <a:ext cx="2496312" cy="1983051"/>
          </a:xfrm>
          <a:prstGeom prst="rect">
            <a:avLst/>
          </a:prstGeom>
          <a:solidFill>
            <a:srgbClr val="3E3E42"/>
          </a:solidFill>
          <a:ln>
            <a:noFill/>
          </a:ln>
        </p:spPr>
      </p:sp>
      <p:sp>
        <p:nvSpPr>
          <p:cNvPr id="471" name="Google Shape;471;p172"/>
          <p:cNvSpPr/>
          <p:nvPr>
            <p:ph idx="3" type="pic"/>
          </p:nvPr>
        </p:nvSpPr>
        <p:spPr>
          <a:xfrm>
            <a:off x="3323844" y="1047750"/>
            <a:ext cx="2496312" cy="1983051"/>
          </a:xfrm>
          <a:prstGeom prst="rect">
            <a:avLst/>
          </a:prstGeom>
          <a:solidFill>
            <a:srgbClr val="3E3E42"/>
          </a:solidFill>
          <a:ln>
            <a:noFill/>
          </a:ln>
        </p:spPr>
      </p:sp>
      <p:sp>
        <p:nvSpPr>
          <p:cNvPr id="472" name="Google Shape;472;p172"/>
          <p:cNvSpPr/>
          <p:nvPr>
            <p:ph idx="4" type="pic"/>
          </p:nvPr>
        </p:nvSpPr>
        <p:spPr>
          <a:xfrm>
            <a:off x="5961888" y="1047750"/>
            <a:ext cx="2496312" cy="1983051"/>
          </a:xfrm>
          <a:prstGeom prst="rect">
            <a:avLst/>
          </a:prstGeom>
          <a:solidFill>
            <a:srgbClr val="3E3E42"/>
          </a:solidFill>
          <a:ln>
            <a:noFill/>
          </a:ln>
        </p:spPr>
      </p:sp>
      <p:sp>
        <p:nvSpPr>
          <p:cNvPr id="473" name="Google Shape;473;p172"/>
          <p:cNvSpPr txBox="1"/>
          <p:nvPr>
            <p:ph idx="1" type="body"/>
          </p:nvPr>
        </p:nvSpPr>
        <p:spPr>
          <a:xfrm>
            <a:off x="685800" y="2421403"/>
            <a:ext cx="2496312" cy="609398"/>
          </a:xfrm>
          <a:prstGeom prst="rect">
            <a:avLst/>
          </a:prstGeom>
          <a:solidFill>
            <a:schemeClr val="accent1">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74" name="Google Shape;474;p172"/>
          <p:cNvSpPr txBox="1"/>
          <p:nvPr>
            <p:ph idx="5" type="body"/>
          </p:nvPr>
        </p:nvSpPr>
        <p:spPr>
          <a:xfrm>
            <a:off x="3323844" y="2421403"/>
            <a:ext cx="2496312" cy="609398"/>
          </a:xfrm>
          <a:prstGeom prst="rect">
            <a:avLst/>
          </a:prstGeom>
          <a:solidFill>
            <a:schemeClr val="accent4">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75" name="Google Shape;475;p172"/>
          <p:cNvSpPr txBox="1"/>
          <p:nvPr>
            <p:ph idx="6" type="body"/>
          </p:nvPr>
        </p:nvSpPr>
        <p:spPr>
          <a:xfrm>
            <a:off x="5961888" y="2421403"/>
            <a:ext cx="2496312" cy="609398"/>
          </a:xfrm>
          <a:prstGeom prst="rect">
            <a:avLst/>
          </a:prstGeom>
          <a:solidFill>
            <a:schemeClr val="accent3">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76" name="Google Shape;476;p172"/>
          <p:cNvSpPr txBox="1"/>
          <p:nvPr>
            <p:ph idx="7" type="body"/>
          </p:nvPr>
        </p:nvSpPr>
        <p:spPr>
          <a:xfrm>
            <a:off x="685800" y="3159229"/>
            <a:ext cx="2496312" cy="131301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77" name="Google Shape;477;p172"/>
          <p:cNvSpPr txBox="1"/>
          <p:nvPr>
            <p:ph idx="8" type="body"/>
          </p:nvPr>
        </p:nvSpPr>
        <p:spPr>
          <a:xfrm>
            <a:off x="3323844" y="3159229"/>
            <a:ext cx="2496312" cy="131301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Clr>
                <a:schemeClr val="accent4"/>
              </a:buClr>
              <a:buSzPts val="1050"/>
              <a:buFont typeface="Arial"/>
              <a:buChar char="•"/>
              <a:defRPr sz="1050"/>
            </a:lvl2pPr>
            <a:lvl3pPr indent="-295275" lvl="2" marL="1371600" algn="l">
              <a:lnSpc>
                <a:spcPct val="100000"/>
              </a:lnSpc>
              <a:spcBef>
                <a:spcPts val="210"/>
              </a:spcBef>
              <a:spcAft>
                <a:spcPts val="0"/>
              </a:spcAft>
              <a:buClr>
                <a:schemeClr val="accent4"/>
              </a:buClr>
              <a:buSzPts val="1050"/>
              <a:buChar char="•"/>
              <a:defRPr sz="1050"/>
            </a:lvl3pPr>
            <a:lvl4pPr indent="-295275" lvl="3" marL="1828800" algn="l">
              <a:lnSpc>
                <a:spcPct val="100000"/>
              </a:lnSpc>
              <a:spcBef>
                <a:spcPts val="210"/>
              </a:spcBef>
              <a:spcAft>
                <a:spcPts val="0"/>
              </a:spcAft>
              <a:buClr>
                <a:schemeClr val="accent4"/>
              </a:buClr>
              <a:buSzPts val="1050"/>
              <a:buChar char="–"/>
              <a:defRPr sz="1050"/>
            </a:lvl4pPr>
            <a:lvl5pPr indent="-295275" lvl="4" marL="2286000" algn="l">
              <a:lnSpc>
                <a:spcPct val="100000"/>
              </a:lnSpc>
              <a:spcBef>
                <a:spcPts val="210"/>
              </a:spcBef>
              <a:spcAft>
                <a:spcPts val="0"/>
              </a:spcAft>
              <a:buClr>
                <a:schemeClr val="accent4"/>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78" name="Google Shape;478;p172"/>
          <p:cNvSpPr txBox="1"/>
          <p:nvPr>
            <p:ph idx="9" type="body"/>
          </p:nvPr>
        </p:nvSpPr>
        <p:spPr>
          <a:xfrm>
            <a:off x="5961888" y="3159229"/>
            <a:ext cx="2496312" cy="131301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Clr>
                <a:schemeClr val="accent3"/>
              </a:buClr>
              <a:buSzPts val="1050"/>
              <a:buFont typeface="Arial"/>
              <a:buChar char="•"/>
              <a:defRPr sz="1050"/>
            </a:lvl2pPr>
            <a:lvl3pPr indent="-295275" lvl="2" marL="1371600" algn="l">
              <a:lnSpc>
                <a:spcPct val="100000"/>
              </a:lnSpc>
              <a:spcBef>
                <a:spcPts val="210"/>
              </a:spcBef>
              <a:spcAft>
                <a:spcPts val="0"/>
              </a:spcAft>
              <a:buClr>
                <a:schemeClr val="accent3"/>
              </a:buClr>
              <a:buSzPts val="1050"/>
              <a:buChar char="•"/>
              <a:defRPr sz="1050"/>
            </a:lvl3pPr>
            <a:lvl4pPr indent="-295275" lvl="3" marL="1828800" algn="l">
              <a:lnSpc>
                <a:spcPct val="100000"/>
              </a:lnSpc>
              <a:spcBef>
                <a:spcPts val="210"/>
              </a:spcBef>
              <a:spcAft>
                <a:spcPts val="0"/>
              </a:spcAft>
              <a:buClr>
                <a:schemeClr val="accent3"/>
              </a:buClr>
              <a:buSzPts val="1050"/>
              <a:buChar char="–"/>
              <a:defRPr sz="1050"/>
            </a:lvl4pPr>
            <a:lvl5pPr indent="-295275" lvl="4" marL="2286000" algn="l">
              <a:lnSpc>
                <a:spcPct val="100000"/>
              </a:lnSpc>
              <a:spcBef>
                <a:spcPts val="210"/>
              </a:spcBef>
              <a:spcAft>
                <a:spcPts val="0"/>
              </a:spcAft>
              <a:buClr>
                <a:schemeClr val="accent3"/>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79" name="Google Shape;479;p172"/>
          <p:cNvSpPr txBox="1"/>
          <p:nvPr>
            <p:ph idx="13" type="body"/>
          </p:nvPr>
        </p:nvSpPr>
        <p:spPr>
          <a:xfrm>
            <a:off x="685800" y="700088"/>
            <a:ext cx="7772400" cy="304800"/>
          </a:xfrm>
          <a:prstGeom prst="rect">
            <a:avLst/>
          </a:prstGeom>
          <a:noFill/>
          <a:ln>
            <a:noFill/>
          </a:ln>
        </p:spPr>
        <p:txBody>
          <a:bodyPr anchorCtr="0" anchor="t" bIns="0" lIns="0" spcFirstLastPara="1" rIns="0" wrap="square" tIns="0">
            <a:normAutofit/>
          </a:bodyPr>
          <a:lstStyle>
            <a:lvl1pPr indent="-228600" lvl="0" marL="457200" algn="ctr">
              <a:lnSpc>
                <a:spcPct val="86000"/>
              </a:lnSpc>
              <a:spcBef>
                <a:spcPts val="0"/>
              </a:spcBef>
              <a:spcAft>
                <a:spcPts val="0"/>
              </a:spcAft>
              <a:buSzPts val="1350"/>
              <a:buNone/>
              <a:defRPr sz="1350"/>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ar Text">
  <p:cSld name="Three Bar Text">
    <p:spTree>
      <p:nvGrpSpPr>
        <p:cNvPr id="480" name="Shape 480"/>
        <p:cNvGrpSpPr/>
        <p:nvPr/>
      </p:nvGrpSpPr>
      <p:grpSpPr>
        <a:xfrm>
          <a:off x="0" y="0"/>
          <a:ext cx="0" cy="0"/>
          <a:chOff x="0" y="0"/>
          <a:chExt cx="0" cy="0"/>
        </a:xfrm>
      </p:grpSpPr>
      <p:sp>
        <p:nvSpPr>
          <p:cNvPr id="481" name="Google Shape;481;p173"/>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2" name="Google Shape;482;p173"/>
          <p:cNvSpPr/>
          <p:nvPr>
            <p:ph idx="2" type="pic"/>
          </p:nvPr>
        </p:nvSpPr>
        <p:spPr>
          <a:xfrm>
            <a:off x="685800" y="1047750"/>
            <a:ext cx="2496312" cy="1983051"/>
          </a:xfrm>
          <a:prstGeom prst="rect">
            <a:avLst/>
          </a:prstGeom>
          <a:solidFill>
            <a:srgbClr val="3E3E42"/>
          </a:solidFill>
          <a:ln>
            <a:noFill/>
          </a:ln>
        </p:spPr>
      </p:sp>
      <p:sp>
        <p:nvSpPr>
          <p:cNvPr id="483" name="Google Shape;483;p173"/>
          <p:cNvSpPr/>
          <p:nvPr>
            <p:ph idx="3" type="pic"/>
          </p:nvPr>
        </p:nvSpPr>
        <p:spPr>
          <a:xfrm>
            <a:off x="3323844" y="1047750"/>
            <a:ext cx="2496312" cy="1983051"/>
          </a:xfrm>
          <a:prstGeom prst="rect">
            <a:avLst/>
          </a:prstGeom>
          <a:solidFill>
            <a:srgbClr val="3E3E42"/>
          </a:solidFill>
          <a:ln>
            <a:noFill/>
          </a:ln>
        </p:spPr>
      </p:sp>
      <p:sp>
        <p:nvSpPr>
          <p:cNvPr id="484" name="Google Shape;484;p173"/>
          <p:cNvSpPr/>
          <p:nvPr>
            <p:ph idx="4" type="pic"/>
          </p:nvPr>
        </p:nvSpPr>
        <p:spPr>
          <a:xfrm>
            <a:off x="5961888" y="1047750"/>
            <a:ext cx="2496312" cy="1983051"/>
          </a:xfrm>
          <a:prstGeom prst="rect">
            <a:avLst/>
          </a:prstGeom>
          <a:solidFill>
            <a:srgbClr val="3E3E42"/>
          </a:solidFill>
          <a:ln>
            <a:noFill/>
          </a:ln>
        </p:spPr>
      </p:sp>
      <p:sp>
        <p:nvSpPr>
          <p:cNvPr id="485" name="Google Shape;485;p173"/>
          <p:cNvSpPr txBox="1"/>
          <p:nvPr>
            <p:ph idx="1" type="body"/>
          </p:nvPr>
        </p:nvSpPr>
        <p:spPr>
          <a:xfrm>
            <a:off x="685800" y="2421403"/>
            <a:ext cx="2496312" cy="609398"/>
          </a:xfrm>
          <a:prstGeom prst="rect">
            <a:avLst/>
          </a:prstGeom>
          <a:solidFill>
            <a:schemeClr val="accent1">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86" name="Google Shape;486;p173"/>
          <p:cNvSpPr txBox="1"/>
          <p:nvPr>
            <p:ph idx="5" type="body"/>
          </p:nvPr>
        </p:nvSpPr>
        <p:spPr>
          <a:xfrm>
            <a:off x="3323844" y="2421403"/>
            <a:ext cx="2496312" cy="609398"/>
          </a:xfrm>
          <a:prstGeom prst="rect">
            <a:avLst/>
          </a:prstGeom>
          <a:solidFill>
            <a:schemeClr val="accent4">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87" name="Google Shape;487;p173"/>
          <p:cNvSpPr txBox="1"/>
          <p:nvPr>
            <p:ph idx="6" type="body"/>
          </p:nvPr>
        </p:nvSpPr>
        <p:spPr>
          <a:xfrm>
            <a:off x="5961888" y="2421403"/>
            <a:ext cx="2496312" cy="609398"/>
          </a:xfrm>
          <a:prstGeom prst="rect">
            <a:avLst/>
          </a:prstGeom>
          <a:solidFill>
            <a:schemeClr val="accent3">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88" name="Google Shape;488;p173"/>
          <p:cNvSpPr txBox="1"/>
          <p:nvPr>
            <p:ph idx="7" type="body"/>
          </p:nvPr>
        </p:nvSpPr>
        <p:spPr>
          <a:xfrm>
            <a:off x="685800" y="3159229"/>
            <a:ext cx="2496312" cy="131301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89" name="Google Shape;489;p173"/>
          <p:cNvSpPr txBox="1"/>
          <p:nvPr>
            <p:ph idx="8" type="body"/>
          </p:nvPr>
        </p:nvSpPr>
        <p:spPr>
          <a:xfrm>
            <a:off x="3323844" y="3159229"/>
            <a:ext cx="2496312" cy="131301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Clr>
                <a:schemeClr val="accent4"/>
              </a:buClr>
              <a:buSzPts val="1050"/>
              <a:buFont typeface="Arial"/>
              <a:buChar char="•"/>
              <a:defRPr sz="1050"/>
            </a:lvl2pPr>
            <a:lvl3pPr indent="-295275" lvl="2" marL="1371600" algn="l">
              <a:lnSpc>
                <a:spcPct val="100000"/>
              </a:lnSpc>
              <a:spcBef>
                <a:spcPts val="210"/>
              </a:spcBef>
              <a:spcAft>
                <a:spcPts val="0"/>
              </a:spcAft>
              <a:buClr>
                <a:schemeClr val="accent4"/>
              </a:buClr>
              <a:buSzPts val="1050"/>
              <a:buChar char="•"/>
              <a:defRPr sz="1050"/>
            </a:lvl3pPr>
            <a:lvl4pPr indent="-295275" lvl="3" marL="1828800" algn="l">
              <a:lnSpc>
                <a:spcPct val="100000"/>
              </a:lnSpc>
              <a:spcBef>
                <a:spcPts val="210"/>
              </a:spcBef>
              <a:spcAft>
                <a:spcPts val="0"/>
              </a:spcAft>
              <a:buClr>
                <a:schemeClr val="accent4"/>
              </a:buClr>
              <a:buSzPts val="1050"/>
              <a:buChar char="–"/>
              <a:defRPr sz="1050"/>
            </a:lvl4pPr>
            <a:lvl5pPr indent="-295275" lvl="4" marL="2286000" algn="l">
              <a:lnSpc>
                <a:spcPct val="100000"/>
              </a:lnSpc>
              <a:spcBef>
                <a:spcPts val="210"/>
              </a:spcBef>
              <a:spcAft>
                <a:spcPts val="0"/>
              </a:spcAft>
              <a:buClr>
                <a:schemeClr val="accent4"/>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90" name="Google Shape;490;p173"/>
          <p:cNvSpPr txBox="1"/>
          <p:nvPr>
            <p:ph idx="9" type="body"/>
          </p:nvPr>
        </p:nvSpPr>
        <p:spPr>
          <a:xfrm>
            <a:off x="5961888" y="3159229"/>
            <a:ext cx="2496312" cy="131301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Clr>
                <a:schemeClr val="accent3"/>
              </a:buClr>
              <a:buSzPts val="1050"/>
              <a:buFont typeface="Arial"/>
              <a:buChar char="•"/>
              <a:defRPr sz="1050"/>
            </a:lvl2pPr>
            <a:lvl3pPr indent="-295275" lvl="2" marL="1371600" algn="l">
              <a:lnSpc>
                <a:spcPct val="100000"/>
              </a:lnSpc>
              <a:spcBef>
                <a:spcPts val="210"/>
              </a:spcBef>
              <a:spcAft>
                <a:spcPts val="0"/>
              </a:spcAft>
              <a:buClr>
                <a:schemeClr val="accent3"/>
              </a:buClr>
              <a:buSzPts val="1050"/>
              <a:buChar char="•"/>
              <a:defRPr sz="1050"/>
            </a:lvl3pPr>
            <a:lvl4pPr indent="-295275" lvl="3" marL="1828800" algn="l">
              <a:lnSpc>
                <a:spcPct val="100000"/>
              </a:lnSpc>
              <a:spcBef>
                <a:spcPts val="210"/>
              </a:spcBef>
              <a:spcAft>
                <a:spcPts val="0"/>
              </a:spcAft>
              <a:buClr>
                <a:schemeClr val="accent3"/>
              </a:buClr>
              <a:buSzPts val="1050"/>
              <a:buChar char="–"/>
              <a:defRPr sz="1050"/>
            </a:lvl4pPr>
            <a:lvl5pPr indent="-295275" lvl="4" marL="2286000" algn="l">
              <a:lnSpc>
                <a:spcPct val="100000"/>
              </a:lnSpc>
              <a:spcBef>
                <a:spcPts val="210"/>
              </a:spcBef>
              <a:spcAft>
                <a:spcPts val="0"/>
              </a:spcAft>
              <a:buClr>
                <a:schemeClr val="accent3"/>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ar Text">
  <p:cSld name="Two Bar Text">
    <p:spTree>
      <p:nvGrpSpPr>
        <p:cNvPr id="491" name="Shape 491"/>
        <p:cNvGrpSpPr/>
        <p:nvPr/>
      </p:nvGrpSpPr>
      <p:grpSpPr>
        <a:xfrm>
          <a:off x="0" y="0"/>
          <a:ext cx="0" cy="0"/>
          <a:chOff x="0" y="0"/>
          <a:chExt cx="0" cy="0"/>
        </a:xfrm>
      </p:grpSpPr>
      <p:sp>
        <p:nvSpPr>
          <p:cNvPr id="492" name="Google Shape;492;p174"/>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3" name="Google Shape;493;p174"/>
          <p:cNvSpPr/>
          <p:nvPr>
            <p:ph idx="2" type="pic"/>
          </p:nvPr>
        </p:nvSpPr>
        <p:spPr>
          <a:xfrm>
            <a:off x="685800" y="1047750"/>
            <a:ext cx="3814192" cy="1983051"/>
          </a:xfrm>
          <a:prstGeom prst="rect">
            <a:avLst/>
          </a:prstGeom>
          <a:solidFill>
            <a:srgbClr val="3E3E42"/>
          </a:solidFill>
          <a:ln>
            <a:noFill/>
          </a:ln>
        </p:spPr>
      </p:sp>
      <p:sp>
        <p:nvSpPr>
          <p:cNvPr id="494" name="Google Shape;494;p174"/>
          <p:cNvSpPr/>
          <p:nvPr>
            <p:ph idx="3" type="pic"/>
          </p:nvPr>
        </p:nvSpPr>
        <p:spPr>
          <a:xfrm>
            <a:off x="4644009" y="1047750"/>
            <a:ext cx="3814192" cy="1983051"/>
          </a:xfrm>
          <a:prstGeom prst="rect">
            <a:avLst/>
          </a:prstGeom>
          <a:solidFill>
            <a:srgbClr val="3E3E42"/>
          </a:solidFill>
          <a:ln>
            <a:noFill/>
          </a:ln>
        </p:spPr>
      </p:sp>
      <p:sp>
        <p:nvSpPr>
          <p:cNvPr id="495" name="Google Shape;495;p174"/>
          <p:cNvSpPr txBox="1"/>
          <p:nvPr>
            <p:ph idx="1" type="body"/>
          </p:nvPr>
        </p:nvSpPr>
        <p:spPr>
          <a:xfrm>
            <a:off x="685800" y="2421403"/>
            <a:ext cx="3813048" cy="609398"/>
          </a:xfrm>
          <a:prstGeom prst="rect">
            <a:avLst/>
          </a:prstGeom>
          <a:solidFill>
            <a:schemeClr val="accent1">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96" name="Google Shape;496;p174"/>
          <p:cNvSpPr txBox="1"/>
          <p:nvPr>
            <p:ph idx="4" type="body"/>
          </p:nvPr>
        </p:nvSpPr>
        <p:spPr>
          <a:xfrm>
            <a:off x="4645152" y="2421403"/>
            <a:ext cx="3813048" cy="609398"/>
          </a:xfrm>
          <a:prstGeom prst="rect">
            <a:avLst/>
          </a:prstGeom>
          <a:solidFill>
            <a:schemeClr val="accent4">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97" name="Google Shape;497;p174"/>
          <p:cNvSpPr txBox="1"/>
          <p:nvPr>
            <p:ph idx="5" type="body"/>
          </p:nvPr>
        </p:nvSpPr>
        <p:spPr>
          <a:xfrm>
            <a:off x="685800" y="3159229"/>
            <a:ext cx="3813048" cy="1277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98" name="Google Shape;498;p174"/>
          <p:cNvSpPr txBox="1"/>
          <p:nvPr>
            <p:ph idx="6" type="body"/>
          </p:nvPr>
        </p:nvSpPr>
        <p:spPr>
          <a:xfrm>
            <a:off x="4645152" y="3159229"/>
            <a:ext cx="3813048" cy="1277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Clr>
                <a:schemeClr val="accent4"/>
              </a:buClr>
              <a:buSzPts val="1050"/>
              <a:buFont typeface="Arial"/>
              <a:buChar char="•"/>
              <a:defRPr sz="1050"/>
            </a:lvl2pPr>
            <a:lvl3pPr indent="-295275" lvl="2" marL="1371600" algn="l">
              <a:lnSpc>
                <a:spcPct val="100000"/>
              </a:lnSpc>
              <a:spcBef>
                <a:spcPts val="210"/>
              </a:spcBef>
              <a:spcAft>
                <a:spcPts val="0"/>
              </a:spcAft>
              <a:buClr>
                <a:schemeClr val="accent4"/>
              </a:buClr>
              <a:buSzPts val="1050"/>
              <a:buChar char="•"/>
              <a:defRPr sz="1050"/>
            </a:lvl3pPr>
            <a:lvl4pPr indent="-295275" lvl="3" marL="1828800" algn="l">
              <a:lnSpc>
                <a:spcPct val="100000"/>
              </a:lnSpc>
              <a:spcBef>
                <a:spcPts val="210"/>
              </a:spcBef>
              <a:spcAft>
                <a:spcPts val="0"/>
              </a:spcAft>
              <a:buClr>
                <a:schemeClr val="accent4"/>
              </a:buClr>
              <a:buSzPts val="1050"/>
              <a:buChar char="–"/>
              <a:defRPr sz="1050"/>
            </a:lvl4pPr>
            <a:lvl5pPr indent="-295275" lvl="4" marL="2286000" algn="l">
              <a:lnSpc>
                <a:spcPct val="100000"/>
              </a:lnSpc>
              <a:spcBef>
                <a:spcPts val="210"/>
              </a:spcBef>
              <a:spcAft>
                <a:spcPts val="0"/>
              </a:spcAft>
              <a:buClr>
                <a:schemeClr val="accent4"/>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ar Text Subtitle">
  <p:cSld name="Two Bar Text Subtitle">
    <p:spTree>
      <p:nvGrpSpPr>
        <p:cNvPr id="499" name="Shape 499"/>
        <p:cNvGrpSpPr/>
        <p:nvPr/>
      </p:nvGrpSpPr>
      <p:grpSpPr>
        <a:xfrm>
          <a:off x="0" y="0"/>
          <a:ext cx="0" cy="0"/>
          <a:chOff x="0" y="0"/>
          <a:chExt cx="0" cy="0"/>
        </a:xfrm>
      </p:grpSpPr>
      <p:sp>
        <p:nvSpPr>
          <p:cNvPr id="500" name="Google Shape;500;p175"/>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1" name="Google Shape;501;p175"/>
          <p:cNvSpPr/>
          <p:nvPr>
            <p:ph idx="2" type="pic"/>
          </p:nvPr>
        </p:nvSpPr>
        <p:spPr>
          <a:xfrm>
            <a:off x="685800" y="1047750"/>
            <a:ext cx="3814192" cy="1983051"/>
          </a:xfrm>
          <a:prstGeom prst="rect">
            <a:avLst/>
          </a:prstGeom>
          <a:solidFill>
            <a:srgbClr val="3E3E42"/>
          </a:solidFill>
          <a:ln>
            <a:noFill/>
          </a:ln>
        </p:spPr>
      </p:sp>
      <p:sp>
        <p:nvSpPr>
          <p:cNvPr id="502" name="Google Shape;502;p175"/>
          <p:cNvSpPr/>
          <p:nvPr>
            <p:ph idx="3" type="pic"/>
          </p:nvPr>
        </p:nvSpPr>
        <p:spPr>
          <a:xfrm>
            <a:off x="4644009" y="1047750"/>
            <a:ext cx="3814192" cy="1983051"/>
          </a:xfrm>
          <a:prstGeom prst="rect">
            <a:avLst/>
          </a:prstGeom>
          <a:solidFill>
            <a:srgbClr val="3E3E42"/>
          </a:solidFill>
          <a:ln>
            <a:noFill/>
          </a:ln>
        </p:spPr>
      </p:sp>
      <p:sp>
        <p:nvSpPr>
          <p:cNvPr id="503" name="Google Shape;503;p175"/>
          <p:cNvSpPr txBox="1"/>
          <p:nvPr>
            <p:ph idx="1" type="body"/>
          </p:nvPr>
        </p:nvSpPr>
        <p:spPr>
          <a:xfrm>
            <a:off x="685800" y="2421403"/>
            <a:ext cx="3813048" cy="609398"/>
          </a:xfrm>
          <a:prstGeom prst="rect">
            <a:avLst/>
          </a:prstGeom>
          <a:solidFill>
            <a:schemeClr val="accent1">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04" name="Google Shape;504;p175"/>
          <p:cNvSpPr txBox="1"/>
          <p:nvPr>
            <p:ph idx="4" type="body"/>
          </p:nvPr>
        </p:nvSpPr>
        <p:spPr>
          <a:xfrm>
            <a:off x="4645152" y="2421403"/>
            <a:ext cx="3813048" cy="609398"/>
          </a:xfrm>
          <a:prstGeom prst="rect">
            <a:avLst/>
          </a:prstGeom>
          <a:solidFill>
            <a:schemeClr val="accent4">
              <a:alpha val="80000"/>
            </a:schemeClr>
          </a:solidFill>
          <a:ln>
            <a:noFill/>
          </a:ln>
        </p:spPr>
        <p:txBody>
          <a:bodyPr anchorCtr="0" anchor="b" bIns="91425" lIns="182875" spcFirstLastPara="1" rIns="182875" wrap="square" tIns="91425">
            <a:spAutoFit/>
          </a:bodyPr>
          <a:lstStyle>
            <a:lvl1pPr indent="-228600" lvl="0" marL="457200" algn="l">
              <a:lnSpc>
                <a:spcPct val="100000"/>
              </a:lnSpc>
              <a:spcBef>
                <a:spcPts val="300"/>
              </a:spcBef>
              <a:spcAft>
                <a:spcPts val="0"/>
              </a:spcAft>
              <a:buSzPts val="1500"/>
              <a:buNone/>
              <a:defRPr sz="1500">
                <a:solidFill>
                  <a:srgbClr val="FFFFFF"/>
                </a:solidFill>
              </a:defRPr>
            </a:lvl1pPr>
            <a:lvl2pPr indent="-228600" lvl="1" marL="914400" algn="l">
              <a:lnSpc>
                <a:spcPct val="100000"/>
              </a:lnSpc>
              <a:spcBef>
                <a:spcPts val="210"/>
              </a:spcBef>
              <a:spcAft>
                <a:spcPts val="0"/>
              </a:spcAft>
              <a:buSzPts val="1050"/>
              <a:buFont typeface="Arial"/>
              <a:buNone/>
              <a:defRPr sz="1050">
                <a:solidFill>
                  <a:srgbClr val="FFFFFF"/>
                </a:solidFill>
              </a:defRPr>
            </a:lvl2pPr>
            <a:lvl3pPr indent="-295275" lvl="2" marL="1371600" algn="l">
              <a:lnSpc>
                <a:spcPct val="100000"/>
              </a:lnSpc>
              <a:spcBef>
                <a:spcPts val="210"/>
              </a:spcBef>
              <a:spcAft>
                <a:spcPts val="0"/>
              </a:spcAft>
              <a:buSzPts val="1050"/>
              <a:buChar char="•"/>
              <a:defRPr sz="1050">
                <a:solidFill>
                  <a:srgbClr val="FFFFFF"/>
                </a:solidFill>
              </a:defRPr>
            </a:lvl3pPr>
            <a:lvl4pPr indent="-295275" lvl="3" marL="1828800" algn="l">
              <a:lnSpc>
                <a:spcPct val="100000"/>
              </a:lnSpc>
              <a:spcBef>
                <a:spcPts val="210"/>
              </a:spcBef>
              <a:spcAft>
                <a:spcPts val="0"/>
              </a:spcAft>
              <a:buSzPts val="1050"/>
              <a:buChar char="–"/>
              <a:defRPr sz="1050">
                <a:solidFill>
                  <a:srgbClr val="FFFFFF"/>
                </a:solidFill>
              </a:defRPr>
            </a:lvl4pPr>
            <a:lvl5pPr indent="-295275" lvl="4" marL="2286000" algn="l">
              <a:lnSpc>
                <a:spcPct val="100000"/>
              </a:lnSpc>
              <a:spcBef>
                <a:spcPts val="210"/>
              </a:spcBef>
              <a:spcAft>
                <a:spcPts val="0"/>
              </a:spcAft>
              <a:buSzPts val="1050"/>
              <a:buChar char="»"/>
              <a:defRPr sz="105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05" name="Google Shape;505;p175"/>
          <p:cNvSpPr txBox="1"/>
          <p:nvPr>
            <p:ph idx="5" type="body"/>
          </p:nvPr>
        </p:nvSpPr>
        <p:spPr>
          <a:xfrm>
            <a:off x="685800" y="3159229"/>
            <a:ext cx="3813048" cy="1277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06" name="Google Shape;506;p175"/>
          <p:cNvSpPr txBox="1"/>
          <p:nvPr>
            <p:ph idx="6" type="body"/>
          </p:nvPr>
        </p:nvSpPr>
        <p:spPr>
          <a:xfrm>
            <a:off x="4645152" y="3159229"/>
            <a:ext cx="3813048" cy="1277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15"/>
              </a:spcBef>
              <a:spcAft>
                <a:spcPts val="0"/>
              </a:spcAft>
              <a:buSzPts val="1575"/>
              <a:buNone/>
              <a:defRPr sz="1575"/>
            </a:lvl1pPr>
            <a:lvl2pPr indent="-295275" lvl="1" marL="914400" algn="l">
              <a:lnSpc>
                <a:spcPct val="100000"/>
              </a:lnSpc>
              <a:spcBef>
                <a:spcPts val="210"/>
              </a:spcBef>
              <a:spcAft>
                <a:spcPts val="0"/>
              </a:spcAft>
              <a:buClr>
                <a:schemeClr val="accent4"/>
              </a:buClr>
              <a:buSzPts val="1050"/>
              <a:buFont typeface="Arial"/>
              <a:buChar char="•"/>
              <a:defRPr sz="1050"/>
            </a:lvl2pPr>
            <a:lvl3pPr indent="-295275" lvl="2" marL="1371600" algn="l">
              <a:lnSpc>
                <a:spcPct val="100000"/>
              </a:lnSpc>
              <a:spcBef>
                <a:spcPts val="210"/>
              </a:spcBef>
              <a:spcAft>
                <a:spcPts val="0"/>
              </a:spcAft>
              <a:buClr>
                <a:schemeClr val="accent4"/>
              </a:buClr>
              <a:buSzPts val="1050"/>
              <a:buChar char="•"/>
              <a:defRPr sz="1050"/>
            </a:lvl3pPr>
            <a:lvl4pPr indent="-295275" lvl="3" marL="1828800" algn="l">
              <a:lnSpc>
                <a:spcPct val="100000"/>
              </a:lnSpc>
              <a:spcBef>
                <a:spcPts val="210"/>
              </a:spcBef>
              <a:spcAft>
                <a:spcPts val="0"/>
              </a:spcAft>
              <a:buClr>
                <a:schemeClr val="accent4"/>
              </a:buClr>
              <a:buSzPts val="1050"/>
              <a:buChar char="–"/>
              <a:defRPr sz="1050"/>
            </a:lvl4pPr>
            <a:lvl5pPr indent="-295275" lvl="4" marL="2286000" algn="l">
              <a:lnSpc>
                <a:spcPct val="100000"/>
              </a:lnSpc>
              <a:spcBef>
                <a:spcPts val="210"/>
              </a:spcBef>
              <a:spcAft>
                <a:spcPts val="0"/>
              </a:spcAft>
              <a:buClr>
                <a:schemeClr val="accent4"/>
              </a:buClr>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07" name="Google Shape;507;p175"/>
          <p:cNvSpPr txBox="1"/>
          <p:nvPr>
            <p:ph idx="7" type="body"/>
          </p:nvPr>
        </p:nvSpPr>
        <p:spPr>
          <a:xfrm>
            <a:off x="685800" y="700088"/>
            <a:ext cx="7772400" cy="304800"/>
          </a:xfrm>
          <a:prstGeom prst="rect">
            <a:avLst/>
          </a:prstGeom>
          <a:noFill/>
          <a:ln>
            <a:noFill/>
          </a:ln>
        </p:spPr>
        <p:txBody>
          <a:bodyPr anchorCtr="0" anchor="t" bIns="0" lIns="0" spcFirstLastPara="1" rIns="0" wrap="square" tIns="0">
            <a:normAutofit/>
          </a:bodyPr>
          <a:lstStyle>
            <a:lvl1pPr indent="-228600" lvl="0" marL="457200" algn="ctr">
              <a:lnSpc>
                <a:spcPct val="86000"/>
              </a:lnSpc>
              <a:spcBef>
                <a:spcPts val="0"/>
              </a:spcBef>
              <a:spcAft>
                <a:spcPts val="0"/>
              </a:spcAft>
              <a:buSzPts val="1350"/>
              <a:buNone/>
              <a:defRPr sz="1350"/>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team">
  <p:cSld name="12 team">
    <p:spTree>
      <p:nvGrpSpPr>
        <p:cNvPr id="508" name="Shape 508"/>
        <p:cNvGrpSpPr/>
        <p:nvPr/>
      </p:nvGrpSpPr>
      <p:grpSpPr>
        <a:xfrm>
          <a:off x="0" y="0"/>
          <a:ext cx="0" cy="0"/>
          <a:chOff x="0" y="0"/>
          <a:chExt cx="0" cy="0"/>
        </a:xfrm>
      </p:grpSpPr>
      <p:sp>
        <p:nvSpPr>
          <p:cNvPr id="509" name="Google Shape;509;p176"/>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0" name="Google Shape;510;p176"/>
          <p:cNvSpPr/>
          <p:nvPr>
            <p:ph idx="2" type="pic"/>
          </p:nvPr>
        </p:nvSpPr>
        <p:spPr>
          <a:xfrm>
            <a:off x="431540" y="1229842"/>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1"/>
            </a:outerShdw>
          </a:effectLst>
        </p:spPr>
      </p:sp>
      <p:sp>
        <p:nvSpPr>
          <p:cNvPr id="511" name="Google Shape;511;p176"/>
          <p:cNvSpPr txBox="1"/>
          <p:nvPr>
            <p:ph idx="1" type="body"/>
          </p:nvPr>
        </p:nvSpPr>
        <p:spPr>
          <a:xfrm>
            <a:off x="1228437" y="1229842"/>
            <a:ext cx="1034421"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12" name="Google Shape;512;p176"/>
          <p:cNvSpPr/>
          <p:nvPr>
            <p:ph idx="3" type="pic"/>
          </p:nvPr>
        </p:nvSpPr>
        <p:spPr>
          <a:xfrm>
            <a:off x="2612783" y="1229842"/>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4"/>
            </a:outerShdw>
          </a:effectLst>
        </p:spPr>
      </p:sp>
      <p:sp>
        <p:nvSpPr>
          <p:cNvPr id="513" name="Google Shape;513;p176"/>
          <p:cNvSpPr txBox="1"/>
          <p:nvPr>
            <p:ph idx="4" type="body"/>
          </p:nvPr>
        </p:nvSpPr>
        <p:spPr>
          <a:xfrm>
            <a:off x="3409679" y="1229842"/>
            <a:ext cx="1034421"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14" name="Google Shape;514;p176"/>
          <p:cNvSpPr/>
          <p:nvPr>
            <p:ph idx="5" type="pic"/>
          </p:nvPr>
        </p:nvSpPr>
        <p:spPr>
          <a:xfrm>
            <a:off x="4794025" y="1229842"/>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dk2"/>
            </a:outerShdw>
          </a:effectLst>
        </p:spPr>
      </p:sp>
      <p:sp>
        <p:nvSpPr>
          <p:cNvPr id="515" name="Google Shape;515;p176"/>
          <p:cNvSpPr txBox="1"/>
          <p:nvPr>
            <p:ph idx="6" type="body"/>
          </p:nvPr>
        </p:nvSpPr>
        <p:spPr>
          <a:xfrm>
            <a:off x="5590922" y="1229842"/>
            <a:ext cx="1034421"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16" name="Google Shape;516;p176"/>
          <p:cNvSpPr/>
          <p:nvPr>
            <p:ph idx="7" type="pic"/>
          </p:nvPr>
        </p:nvSpPr>
        <p:spPr>
          <a:xfrm>
            <a:off x="6975267" y="1229842"/>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3"/>
            </a:outerShdw>
          </a:effectLst>
        </p:spPr>
      </p:sp>
      <p:sp>
        <p:nvSpPr>
          <p:cNvPr id="517" name="Google Shape;517;p176"/>
          <p:cNvSpPr txBox="1"/>
          <p:nvPr>
            <p:ph idx="8" type="body"/>
          </p:nvPr>
        </p:nvSpPr>
        <p:spPr>
          <a:xfrm>
            <a:off x="7772164" y="1229842"/>
            <a:ext cx="1034421"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18" name="Google Shape;518;p176"/>
          <p:cNvSpPr/>
          <p:nvPr>
            <p:ph idx="9" type="pic"/>
          </p:nvPr>
        </p:nvSpPr>
        <p:spPr>
          <a:xfrm>
            <a:off x="431540" y="2365161"/>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2"/>
            </a:outerShdw>
          </a:effectLst>
        </p:spPr>
      </p:sp>
      <p:sp>
        <p:nvSpPr>
          <p:cNvPr id="519" name="Google Shape;519;p176"/>
          <p:cNvSpPr txBox="1"/>
          <p:nvPr>
            <p:ph idx="13" type="body"/>
          </p:nvPr>
        </p:nvSpPr>
        <p:spPr>
          <a:xfrm>
            <a:off x="1228437" y="2365160"/>
            <a:ext cx="1034421"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20" name="Google Shape;520;p176"/>
          <p:cNvSpPr/>
          <p:nvPr>
            <p:ph idx="14" type="pic"/>
          </p:nvPr>
        </p:nvSpPr>
        <p:spPr>
          <a:xfrm>
            <a:off x="2612783" y="2365161"/>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5"/>
            </a:outerShdw>
          </a:effectLst>
        </p:spPr>
      </p:sp>
      <p:sp>
        <p:nvSpPr>
          <p:cNvPr id="521" name="Google Shape;521;p176"/>
          <p:cNvSpPr txBox="1"/>
          <p:nvPr>
            <p:ph idx="15" type="body"/>
          </p:nvPr>
        </p:nvSpPr>
        <p:spPr>
          <a:xfrm>
            <a:off x="3409679" y="2365160"/>
            <a:ext cx="1034421"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22" name="Google Shape;522;p176"/>
          <p:cNvSpPr/>
          <p:nvPr>
            <p:ph idx="16" type="pic"/>
          </p:nvPr>
        </p:nvSpPr>
        <p:spPr>
          <a:xfrm>
            <a:off x="4794025" y="2365161"/>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lt2"/>
            </a:outerShdw>
          </a:effectLst>
        </p:spPr>
      </p:sp>
      <p:sp>
        <p:nvSpPr>
          <p:cNvPr id="523" name="Google Shape;523;p176"/>
          <p:cNvSpPr txBox="1"/>
          <p:nvPr>
            <p:ph idx="17" type="body"/>
          </p:nvPr>
        </p:nvSpPr>
        <p:spPr>
          <a:xfrm>
            <a:off x="5590922" y="2365160"/>
            <a:ext cx="1034421"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24" name="Google Shape;524;p176"/>
          <p:cNvSpPr/>
          <p:nvPr>
            <p:ph idx="18" type="pic"/>
          </p:nvPr>
        </p:nvSpPr>
        <p:spPr>
          <a:xfrm>
            <a:off x="6975267" y="2365161"/>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dk2"/>
            </a:outerShdw>
          </a:effectLst>
        </p:spPr>
      </p:sp>
      <p:sp>
        <p:nvSpPr>
          <p:cNvPr id="525" name="Google Shape;525;p176"/>
          <p:cNvSpPr txBox="1"/>
          <p:nvPr>
            <p:ph idx="19" type="body"/>
          </p:nvPr>
        </p:nvSpPr>
        <p:spPr>
          <a:xfrm>
            <a:off x="7772164" y="2365160"/>
            <a:ext cx="1034421"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26" name="Google Shape;526;p176"/>
          <p:cNvSpPr/>
          <p:nvPr>
            <p:ph idx="20" type="pic"/>
          </p:nvPr>
        </p:nvSpPr>
        <p:spPr>
          <a:xfrm>
            <a:off x="431540" y="3500479"/>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3"/>
            </a:outerShdw>
          </a:effectLst>
        </p:spPr>
      </p:sp>
      <p:sp>
        <p:nvSpPr>
          <p:cNvPr id="527" name="Google Shape;527;p176"/>
          <p:cNvSpPr txBox="1"/>
          <p:nvPr>
            <p:ph idx="21" type="body"/>
          </p:nvPr>
        </p:nvSpPr>
        <p:spPr>
          <a:xfrm>
            <a:off x="1228437" y="3500478"/>
            <a:ext cx="1034421"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28" name="Google Shape;528;p176"/>
          <p:cNvSpPr/>
          <p:nvPr>
            <p:ph idx="22" type="pic"/>
          </p:nvPr>
        </p:nvSpPr>
        <p:spPr>
          <a:xfrm>
            <a:off x="2612783" y="3500479"/>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6"/>
            </a:outerShdw>
          </a:effectLst>
        </p:spPr>
      </p:sp>
      <p:sp>
        <p:nvSpPr>
          <p:cNvPr id="529" name="Google Shape;529;p176"/>
          <p:cNvSpPr txBox="1"/>
          <p:nvPr>
            <p:ph idx="23" type="body"/>
          </p:nvPr>
        </p:nvSpPr>
        <p:spPr>
          <a:xfrm>
            <a:off x="3409679" y="3500478"/>
            <a:ext cx="1034421"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30" name="Google Shape;530;p176"/>
          <p:cNvSpPr/>
          <p:nvPr>
            <p:ph idx="24" type="pic"/>
          </p:nvPr>
        </p:nvSpPr>
        <p:spPr>
          <a:xfrm>
            <a:off x="4794025" y="3500479"/>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5"/>
            </a:outerShdw>
          </a:effectLst>
        </p:spPr>
      </p:sp>
      <p:sp>
        <p:nvSpPr>
          <p:cNvPr id="531" name="Google Shape;531;p176"/>
          <p:cNvSpPr txBox="1"/>
          <p:nvPr>
            <p:ph idx="25" type="body"/>
          </p:nvPr>
        </p:nvSpPr>
        <p:spPr>
          <a:xfrm>
            <a:off x="5590922" y="3500478"/>
            <a:ext cx="1034421"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32" name="Google Shape;532;p176"/>
          <p:cNvSpPr/>
          <p:nvPr>
            <p:ph idx="26" type="pic"/>
          </p:nvPr>
        </p:nvSpPr>
        <p:spPr>
          <a:xfrm>
            <a:off x="6975267" y="3500479"/>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1"/>
            </a:outerShdw>
          </a:effectLst>
        </p:spPr>
      </p:sp>
      <p:sp>
        <p:nvSpPr>
          <p:cNvPr id="533" name="Google Shape;533;p176"/>
          <p:cNvSpPr txBox="1"/>
          <p:nvPr>
            <p:ph idx="27" type="body"/>
          </p:nvPr>
        </p:nvSpPr>
        <p:spPr>
          <a:xfrm>
            <a:off x="7772164" y="3500478"/>
            <a:ext cx="1034421"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team subtitle">
  <p:cSld name="12 team subtitle">
    <p:spTree>
      <p:nvGrpSpPr>
        <p:cNvPr id="534" name="Shape 534"/>
        <p:cNvGrpSpPr/>
        <p:nvPr/>
      </p:nvGrpSpPr>
      <p:grpSpPr>
        <a:xfrm>
          <a:off x="0" y="0"/>
          <a:ext cx="0" cy="0"/>
          <a:chOff x="0" y="0"/>
          <a:chExt cx="0" cy="0"/>
        </a:xfrm>
      </p:grpSpPr>
      <p:sp>
        <p:nvSpPr>
          <p:cNvPr id="535" name="Google Shape;535;p177"/>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6" name="Google Shape;536;p177"/>
          <p:cNvSpPr/>
          <p:nvPr>
            <p:ph idx="2" type="pic"/>
          </p:nvPr>
        </p:nvSpPr>
        <p:spPr>
          <a:xfrm>
            <a:off x="431540" y="1229842"/>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1"/>
            </a:outerShdw>
          </a:effectLst>
        </p:spPr>
      </p:sp>
      <p:sp>
        <p:nvSpPr>
          <p:cNvPr id="537" name="Google Shape;537;p177"/>
          <p:cNvSpPr txBox="1"/>
          <p:nvPr>
            <p:ph idx="1" type="body"/>
          </p:nvPr>
        </p:nvSpPr>
        <p:spPr>
          <a:xfrm>
            <a:off x="1228437" y="1229842"/>
            <a:ext cx="1034421"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38" name="Google Shape;538;p177"/>
          <p:cNvSpPr/>
          <p:nvPr>
            <p:ph idx="3" type="pic"/>
          </p:nvPr>
        </p:nvSpPr>
        <p:spPr>
          <a:xfrm>
            <a:off x="2612783" y="1229842"/>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4"/>
            </a:outerShdw>
          </a:effectLst>
        </p:spPr>
      </p:sp>
      <p:sp>
        <p:nvSpPr>
          <p:cNvPr id="539" name="Google Shape;539;p177"/>
          <p:cNvSpPr txBox="1"/>
          <p:nvPr>
            <p:ph idx="4" type="body"/>
          </p:nvPr>
        </p:nvSpPr>
        <p:spPr>
          <a:xfrm>
            <a:off x="3409679" y="1229842"/>
            <a:ext cx="1034421"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40" name="Google Shape;540;p177"/>
          <p:cNvSpPr/>
          <p:nvPr>
            <p:ph idx="5" type="pic"/>
          </p:nvPr>
        </p:nvSpPr>
        <p:spPr>
          <a:xfrm>
            <a:off x="4794025" y="1229842"/>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dk2"/>
            </a:outerShdw>
          </a:effectLst>
        </p:spPr>
      </p:sp>
      <p:sp>
        <p:nvSpPr>
          <p:cNvPr id="541" name="Google Shape;541;p177"/>
          <p:cNvSpPr txBox="1"/>
          <p:nvPr>
            <p:ph idx="6" type="body"/>
          </p:nvPr>
        </p:nvSpPr>
        <p:spPr>
          <a:xfrm>
            <a:off x="5590922" y="1229842"/>
            <a:ext cx="1034421"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42" name="Google Shape;542;p177"/>
          <p:cNvSpPr/>
          <p:nvPr>
            <p:ph idx="7" type="pic"/>
          </p:nvPr>
        </p:nvSpPr>
        <p:spPr>
          <a:xfrm>
            <a:off x="6975267" y="1229842"/>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3"/>
            </a:outerShdw>
          </a:effectLst>
        </p:spPr>
      </p:sp>
      <p:sp>
        <p:nvSpPr>
          <p:cNvPr id="543" name="Google Shape;543;p177"/>
          <p:cNvSpPr txBox="1"/>
          <p:nvPr>
            <p:ph idx="8" type="body"/>
          </p:nvPr>
        </p:nvSpPr>
        <p:spPr>
          <a:xfrm>
            <a:off x="7772164" y="1229842"/>
            <a:ext cx="1034421"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44" name="Google Shape;544;p177"/>
          <p:cNvSpPr/>
          <p:nvPr>
            <p:ph idx="9" type="pic"/>
          </p:nvPr>
        </p:nvSpPr>
        <p:spPr>
          <a:xfrm>
            <a:off x="431540" y="2365161"/>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2"/>
            </a:outerShdw>
          </a:effectLst>
        </p:spPr>
      </p:sp>
      <p:sp>
        <p:nvSpPr>
          <p:cNvPr id="545" name="Google Shape;545;p177"/>
          <p:cNvSpPr txBox="1"/>
          <p:nvPr>
            <p:ph idx="13" type="body"/>
          </p:nvPr>
        </p:nvSpPr>
        <p:spPr>
          <a:xfrm>
            <a:off x="1228437" y="2365160"/>
            <a:ext cx="1034421"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46" name="Google Shape;546;p177"/>
          <p:cNvSpPr/>
          <p:nvPr>
            <p:ph idx="14" type="pic"/>
          </p:nvPr>
        </p:nvSpPr>
        <p:spPr>
          <a:xfrm>
            <a:off x="2612783" y="2365161"/>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5"/>
            </a:outerShdw>
          </a:effectLst>
        </p:spPr>
      </p:sp>
      <p:sp>
        <p:nvSpPr>
          <p:cNvPr id="547" name="Google Shape;547;p177"/>
          <p:cNvSpPr txBox="1"/>
          <p:nvPr>
            <p:ph idx="15" type="body"/>
          </p:nvPr>
        </p:nvSpPr>
        <p:spPr>
          <a:xfrm>
            <a:off x="3409679" y="2365160"/>
            <a:ext cx="1034421"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48" name="Google Shape;548;p177"/>
          <p:cNvSpPr/>
          <p:nvPr>
            <p:ph idx="16" type="pic"/>
          </p:nvPr>
        </p:nvSpPr>
        <p:spPr>
          <a:xfrm>
            <a:off x="4794025" y="2365161"/>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lt2"/>
            </a:outerShdw>
          </a:effectLst>
        </p:spPr>
      </p:sp>
      <p:sp>
        <p:nvSpPr>
          <p:cNvPr id="549" name="Google Shape;549;p177"/>
          <p:cNvSpPr txBox="1"/>
          <p:nvPr>
            <p:ph idx="17" type="body"/>
          </p:nvPr>
        </p:nvSpPr>
        <p:spPr>
          <a:xfrm>
            <a:off x="5590922" y="2365160"/>
            <a:ext cx="1034421"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50" name="Google Shape;550;p177"/>
          <p:cNvSpPr/>
          <p:nvPr>
            <p:ph idx="18" type="pic"/>
          </p:nvPr>
        </p:nvSpPr>
        <p:spPr>
          <a:xfrm>
            <a:off x="6975267" y="2365161"/>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dk2"/>
            </a:outerShdw>
          </a:effectLst>
        </p:spPr>
      </p:sp>
      <p:sp>
        <p:nvSpPr>
          <p:cNvPr id="551" name="Google Shape;551;p177"/>
          <p:cNvSpPr txBox="1"/>
          <p:nvPr>
            <p:ph idx="19" type="body"/>
          </p:nvPr>
        </p:nvSpPr>
        <p:spPr>
          <a:xfrm>
            <a:off x="7772164" y="2365160"/>
            <a:ext cx="1034421"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52" name="Google Shape;552;p177"/>
          <p:cNvSpPr/>
          <p:nvPr>
            <p:ph idx="20" type="pic"/>
          </p:nvPr>
        </p:nvSpPr>
        <p:spPr>
          <a:xfrm>
            <a:off x="431540" y="3500479"/>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3"/>
            </a:outerShdw>
          </a:effectLst>
        </p:spPr>
      </p:sp>
      <p:sp>
        <p:nvSpPr>
          <p:cNvPr id="553" name="Google Shape;553;p177"/>
          <p:cNvSpPr txBox="1"/>
          <p:nvPr>
            <p:ph idx="21" type="body"/>
          </p:nvPr>
        </p:nvSpPr>
        <p:spPr>
          <a:xfrm>
            <a:off x="1228437" y="3500478"/>
            <a:ext cx="1034421"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54" name="Google Shape;554;p177"/>
          <p:cNvSpPr/>
          <p:nvPr>
            <p:ph idx="22" type="pic"/>
          </p:nvPr>
        </p:nvSpPr>
        <p:spPr>
          <a:xfrm>
            <a:off x="2612783" y="3500479"/>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6"/>
            </a:outerShdw>
          </a:effectLst>
        </p:spPr>
      </p:sp>
      <p:sp>
        <p:nvSpPr>
          <p:cNvPr id="555" name="Google Shape;555;p177"/>
          <p:cNvSpPr txBox="1"/>
          <p:nvPr>
            <p:ph idx="23" type="body"/>
          </p:nvPr>
        </p:nvSpPr>
        <p:spPr>
          <a:xfrm>
            <a:off x="3409679" y="3500478"/>
            <a:ext cx="1034421"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56" name="Google Shape;556;p177"/>
          <p:cNvSpPr/>
          <p:nvPr>
            <p:ph idx="24" type="pic"/>
          </p:nvPr>
        </p:nvSpPr>
        <p:spPr>
          <a:xfrm>
            <a:off x="4794025" y="3500479"/>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5"/>
            </a:outerShdw>
          </a:effectLst>
        </p:spPr>
      </p:sp>
      <p:sp>
        <p:nvSpPr>
          <p:cNvPr id="557" name="Google Shape;557;p177"/>
          <p:cNvSpPr txBox="1"/>
          <p:nvPr>
            <p:ph idx="25" type="body"/>
          </p:nvPr>
        </p:nvSpPr>
        <p:spPr>
          <a:xfrm>
            <a:off x="5590922" y="3500478"/>
            <a:ext cx="1034421"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58" name="Google Shape;558;p177"/>
          <p:cNvSpPr/>
          <p:nvPr>
            <p:ph idx="26" type="pic"/>
          </p:nvPr>
        </p:nvSpPr>
        <p:spPr>
          <a:xfrm>
            <a:off x="6975267" y="3500479"/>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1"/>
            </a:outerShdw>
          </a:effectLst>
        </p:spPr>
      </p:sp>
      <p:sp>
        <p:nvSpPr>
          <p:cNvPr id="559" name="Google Shape;559;p177"/>
          <p:cNvSpPr txBox="1"/>
          <p:nvPr>
            <p:ph idx="27" type="body"/>
          </p:nvPr>
        </p:nvSpPr>
        <p:spPr>
          <a:xfrm>
            <a:off x="7772164" y="3500478"/>
            <a:ext cx="1034421"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60" name="Google Shape;560;p177"/>
          <p:cNvSpPr txBox="1"/>
          <p:nvPr>
            <p:ph idx="28" type="body"/>
          </p:nvPr>
        </p:nvSpPr>
        <p:spPr>
          <a:xfrm>
            <a:off x="685800" y="700088"/>
            <a:ext cx="7772400" cy="304800"/>
          </a:xfrm>
          <a:prstGeom prst="rect">
            <a:avLst/>
          </a:prstGeom>
          <a:noFill/>
          <a:ln>
            <a:noFill/>
          </a:ln>
        </p:spPr>
        <p:txBody>
          <a:bodyPr anchorCtr="0" anchor="t" bIns="0" lIns="0" spcFirstLastPara="1" rIns="0" wrap="square" tIns="0">
            <a:normAutofit/>
          </a:bodyPr>
          <a:lstStyle>
            <a:lvl1pPr indent="-228600" lvl="0" marL="457200" algn="ctr">
              <a:lnSpc>
                <a:spcPct val="86000"/>
              </a:lnSpc>
              <a:spcBef>
                <a:spcPts val="0"/>
              </a:spcBef>
              <a:spcAft>
                <a:spcPts val="0"/>
              </a:spcAft>
              <a:buSzPts val="1350"/>
              <a:buNone/>
              <a:defRPr sz="1350"/>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am Subtitle">
  <p:cSld name="9 Team Subtitle">
    <p:spTree>
      <p:nvGrpSpPr>
        <p:cNvPr id="561" name="Shape 561"/>
        <p:cNvGrpSpPr/>
        <p:nvPr/>
      </p:nvGrpSpPr>
      <p:grpSpPr>
        <a:xfrm>
          <a:off x="0" y="0"/>
          <a:ext cx="0" cy="0"/>
          <a:chOff x="0" y="0"/>
          <a:chExt cx="0" cy="0"/>
        </a:xfrm>
      </p:grpSpPr>
      <p:sp>
        <p:nvSpPr>
          <p:cNvPr id="562" name="Google Shape;562;p178"/>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3" name="Google Shape;563;p178"/>
          <p:cNvSpPr/>
          <p:nvPr>
            <p:ph idx="2" type="pic"/>
          </p:nvPr>
        </p:nvSpPr>
        <p:spPr>
          <a:xfrm>
            <a:off x="431540" y="1229842"/>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1"/>
            </a:outerShdw>
          </a:effectLst>
        </p:spPr>
      </p:sp>
      <p:sp>
        <p:nvSpPr>
          <p:cNvPr id="564" name="Google Shape;564;p178"/>
          <p:cNvSpPr txBox="1"/>
          <p:nvPr>
            <p:ph idx="1" type="body"/>
          </p:nvPr>
        </p:nvSpPr>
        <p:spPr>
          <a:xfrm>
            <a:off x="1228437" y="1229842"/>
            <a:ext cx="1735806"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65" name="Google Shape;565;p178"/>
          <p:cNvSpPr/>
          <p:nvPr>
            <p:ph idx="3" type="pic"/>
          </p:nvPr>
        </p:nvSpPr>
        <p:spPr>
          <a:xfrm>
            <a:off x="3270244" y="1229842"/>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4"/>
            </a:outerShdw>
          </a:effectLst>
        </p:spPr>
      </p:sp>
      <p:sp>
        <p:nvSpPr>
          <p:cNvPr id="566" name="Google Shape;566;p178"/>
          <p:cNvSpPr txBox="1"/>
          <p:nvPr>
            <p:ph idx="4" type="body"/>
          </p:nvPr>
        </p:nvSpPr>
        <p:spPr>
          <a:xfrm>
            <a:off x="4069975" y="1229842"/>
            <a:ext cx="1735806"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67" name="Google Shape;567;p178"/>
          <p:cNvSpPr/>
          <p:nvPr>
            <p:ph idx="5" type="pic"/>
          </p:nvPr>
        </p:nvSpPr>
        <p:spPr>
          <a:xfrm>
            <a:off x="6108947" y="1229842"/>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dk2"/>
            </a:outerShdw>
          </a:effectLst>
        </p:spPr>
      </p:sp>
      <p:sp>
        <p:nvSpPr>
          <p:cNvPr id="568" name="Google Shape;568;p178"/>
          <p:cNvSpPr txBox="1"/>
          <p:nvPr>
            <p:ph idx="6" type="body"/>
          </p:nvPr>
        </p:nvSpPr>
        <p:spPr>
          <a:xfrm>
            <a:off x="6911512" y="1229842"/>
            <a:ext cx="1735806"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69" name="Google Shape;569;p178"/>
          <p:cNvSpPr/>
          <p:nvPr>
            <p:ph idx="7" type="pic"/>
          </p:nvPr>
        </p:nvSpPr>
        <p:spPr>
          <a:xfrm>
            <a:off x="431540" y="2365161"/>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2"/>
            </a:outerShdw>
          </a:effectLst>
        </p:spPr>
      </p:sp>
      <p:sp>
        <p:nvSpPr>
          <p:cNvPr id="570" name="Google Shape;570;p178"/>
          <p:cNvSpPr txBox="1"/>
          <p:nvPr>
            <p:ph idx="8" type="body"/>
          </p:nvPr>
        </p:nvSpPr>
        <p:spPr>
          <a:xfrm>
            <a:off x="1228437" y="2365160"/>
            <a:ext cx="1735806"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71" name="Google Shape;571;p178"/>
          <p:cNvSpPr/>
          <p:nvPr>
            <p:ph idx="9" type="pic"/>
          </p:nvPr>
        </p:nvSpPr>
        <p:spPr>
          <a:xfrm>
            <a:off x="3270244" y="2365161"/>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5"/>
            </a:outerShdw>
          </a:effectLst>
        </p:spPr>
      </p:sp>
      <p:sp>
        <p:nvSpPr>
          <p:cNvPr id="572" name="Google Shape;572;p178"/>
          <p:cNvSpPr txBox="1"/>
          <p:nvPr>
            <p:ph idx="13" type="body"/>
          </p:nvPr>
        </p:nvSpPr>
        <p:spPr>
          <a:xfrm>
            <a:off x="4069975" y="2365160"/>
            <a:ext cx="1735806"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73" name="Google Shape;573;p178"/>
          <p:cNvSpPr/>
          <p:nvPr>
            <p:ph idx="14" type="pic"/>
          </p:nvPr>
        </p:nvSpPr>
        <p:spPr>
          <a:xfrm>
            <a:off x="6108947" y="2365160"/>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lt2"/>
            </a:outerShdw>
          </a:effectLst>
        </p:spPr>
      </p:sp>
      <p:sp>
        <p:nvSpPr>
          <p:cNvPr id="574" name="Google Shape;574;p178"/>
          <p:cNvSpPr txBox="1"/>
          <p:nvPr>
            <p:ph idx="15" type="body"/>
          </p:nvPr>
        </p:nvSpPr>
        <p:spPr>
          <a:xfrm>
            <a:off x="6911512" y="2365160"/>
            <a:ext cx="1735806"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75" name="Google Shape;575;p178"/>
          <p:cNvSpPr/>
          <p:nvPr>
            <p:ph idx="16" type="pic"/>
          </p:nvPr>
        </p:nvSpPr>
        <p:spPr>
          <a:xfrm>
            <a:off x="431540" y="3500479"/>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3"/>
            </a:outerShdw>
          </a:effectLst>
        </p:spPr>
      </p:sp>
      <p:sp>
        <p:nvSpPr>
          <p:cNvPr id="576" name="Google Shape;576;p178"/>
          <p:cNvSpPr txBox="1"/>
          <p:nvPr>
            <p:ph idx="17" type="body"/>
          </p:nvPr>
        </p:nvSpPr>
        <p:spPr>
          <a:xfrm>
            <a:off x="1228437" y="3500478"/>
            <a:ext cx="1735806"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77" name="Google Shape;577;p178"/>
          <p:cNvSpPr/>
          <p:nvPr>
            <p:ph idx="18" type="pic"/>
          </p:nvPr>
        </p:nvSpPr>
        <p:spPr>
          <a:xfrm>
            <a:off x="3270244" y="3500479"/>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6"/>
            </a:outerShdw>
          </a:effectLst>
        </p:spPr>
      </p:sp>
      <p:sp>
        <p:nvSpPr>
          <p:cNvPr id="578" name="Google Shape;578;p178"/>
          <p:cNvSpPr txBox="1"/>
          <p:nvPr>
            <p:ph idx="19" type="body"/>
          </p:nvPr>
        </p:nvSpPr>
        <p:spPr>
          <a:xfrm>
            <a:off x="4069975" y="3500478"/>
            <a:ext cx="1735806"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79" name="Google Shape;579;p178"/>
          <p:cNvSpPr/>
          <p:nvPr>
            <p:ph idx="20" type="pic"/>
          </p:nvPr>
        </p:nvSpPr>
        <p:spPr>
          <a:xfrm>
            <a:off x="6108947" y="3500478"/>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1"/>
            </a:outerShdw>
          </a:effectLst>
        </p:spPr>
      </p:sp>
      <p:sp>
        <p:nvSpPr>
          <p:cNvPr id="580" name="Google Shape;580;p178"/>
          <p:cNvSpPr txBox="1"/>
          <p:nvPr>
            <p:ph idx="21" type="body"/>
          </p:nvPr>
        </p:nvSpPr>
        <p:spPr>
          <a:xfrm>
            <a:off x="6911512" y="3500478"/>
            <a:ext cx="1735806"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81" name="Google Shape;581;p178"/>
          <p:cNvSpPr txBox="1"/>
          <p:nvPr>
            <p:ph idx="22" type="body"/>
          </p:nvPr>
        </p:nvSpPr>
        <p:spPr>
          <a:xfrm>
            <a:off x="685800" y="700088"/>
            <a:ext cx="7772400" cy="304800"/>
          </a:xfrm>
          <a:prstGeom prst="rect">
            <a:avLst/>
          </a:prstGeom>
          <a:noFill/>
          <a:ln>
            <a:noFill/>
          </a:ln>
        </p:spPr>
        <p:txBody>
          <a:bodyPr anchorCtr="0" anchor="t" bIns="0" lIns="0" spcFirstLastPara="1" rIns="0" wrap="square" tIns="0">
            <a:normAutofit/>
          </a:bodyPr>
          <a:lstStyle>
            <a:lvl1pPr indent="-228600" lvl="0" marL="457200" algn="ctr">
              <a:lnSpc>
                <a:spcPct val="86000"/>
              </a:lnSpc>
              <a:spcBef>
                <a:spcPts val="0"/>
              </a:spcBef>
              <a:spcAft>
                <a:spcPts val="0"/>
              </a:spcAft>
              <a:buSzPts val="1350"/>
              <a:buNone/>
              <a:defRPr sz="1350"/>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am ">
  <p:cSld name="9 Team ">
    <p:spTree>
      <p:nvGrpSpPr>
        <p:cNvPr id="582" name="Shape 582"/>
        <p:cNvGrpSpPr/>
        <p:nvPr/>
      </p:nvGrpSpPr>
      <p:grpSpPr>
        <a:xfrm>
          <a:off x="0" y="0"/>
          <a:ext cx="0" cy="0"/>
          <a:chOff x="0" y="0"/>
          <a:chExt cx="0" cy="0"/>
        </a:xfrm>
      </p:grpSpPr>
      <p:sp>
        <p:nvSpPr>
          <p:cNvPr id="583" name="Google Shape;583;p179"/>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4" name="Google Shape;584;p179"/>
          <p:cNvSpPr/>
          <p:nvPr>
            <p:ph idx="2" type="pic"/>
          </p:nvPr>
        </p:nvSpPr>
        <p:spPr>
          <a:xfrm>
            <a:off x="431540" y="1229842"/>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1"/>
            </a:outerShdw>
          </a:effectLst>
        </p:spPr>
      </p:sp>
      <p:sp>
        <p:nvSpPr>
          <p:cNvPr id="585" name="Google Shape;585;p179"/>
          <p:cNvSpPr txBox="1"/>
          <p:nvPr>
            <p:ph idx="1" type="body"/>
          </p:nvPr>
        </p:nvSpPr>
        <p:spPr>
          <a:xfrm>
            <a:off x="1228437" y="1229842"/>
            <a:ext cx="1735806"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86" name="Google Shape;586;p179"/>
          <p:cNvSpPr/>
          <p:nvPr>
            <p:ph idx="3" type="pic"/>
          </p:nvPr>
        </p:nvSpPr>
        <p:spPr>
          <a:xfrm>
            <a:off x="3270244" y="1229842"/>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4"/>
            </a:outerShdw>
          </a:effectLst>
        </p:spPr>
      </p:sp>
      <p:sp>
        <p:nvSpPr>
          <p:cNvPr id="587" name="Google Shape;587;p179"/>
          <p:cNvSpPr txBox="1"/>
          <p:nvPr>
            <p:ph idx="4" type="body"/>
          </p:nvPr>
        </p:nvSpPr>
        <p:spPr>
          <a:xfrm>
            <a:off x="4069975" y="1229842"/>
            <a:ext cx="1735806"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88" name="Google Shape;588;p179"/>
          <p:cNvSpPr/>
          <p:nvPr>
            <p:ph idx="5" type="pic"/>
          </p:nvPr>
        </p:nvSpPr>
        <p:spPr>
          <a:xfrm>
            <a:off x="6108947" y="1229842"/>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dk2"/>
            </a:outerShdw>
          </a:effectLst>
        </p:spPr>
      </p:sp>
      <p:sp>
        <p:nvSpPr>
          <p:cNvPr id="589" name="Google Shape;589;p179"/>
          <p:cNvSpPr txBox="1"/>
          <p:nvPr>
            <p:ph idx="6" type="body"/>
          </p:nvPr>
        </p:nvSpPr>
        <p:spPr>
          <a:xfrm>
            <a:off x="6911512" y="1229842"/>
            <a:ext cx="1735806"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90" name="Google Shape;590;p179"/>
          <p:cNvSpPr/>
          <p:nvPr>
            <p:ph idx="7" type="pic"/>
          </p:nvPr>
        </p:nvSpPr>
        <p:spPr>
          <a:xfrm>
            <a:off x="431540" y="2365161"/>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2"/>
            </a:outerShdw>
          </a:effectLst>
        </p:spPr>
      </p:sp>
      <p:sp>
        <p:nvSpPr>
          <p:cNvPr id="591" name="Google Shape;591;p179"/>
          <p:cNvSpPr txBox="1"/>
          <p:nvPr>
            <p:ph idx="8" type="body"/>
          </p:nvPr>
        </p:nvSpPr>
        <p:spPr>
          <a:xfrm>
            <a:off x="1228437" y="2365160"/>
            <a:ext cx="1735806"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92" name="Google Shape;592;p179"/>
          <p:cNvSpPr/>
          <p:nvPr>
            <p:ph idx="9" type="pic"/>
          </p:nvPr>
        </p:nvSpPr>
        <p:spPr>
          <a:xfrm>
            <a:off x="3270244" y="2365161"/>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5"/>
            </a:outerShdw>
          </a:effectLst>
        </p:spPr>
      </p:sp>
      <p:sp>
        <p:nvSpPr>
          <p:cNvPr id="593" name="Google Shape;593;p179"/>
          <p:cNvSpPr txBox="1"/>
          <p:nvPr>
            <p:ph idx="13" type="body"/>
          </p:nvPr>
        </p:nvSpPr>
        <p:spPr>
          <a:xfrm>
            <a:off x="4069975" y="2365160"/>
            <a:ext cx="1735806"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94" name="Google Shape;594;p179"/>
          <p:cNvSpPr/>
          <p:nvPr>
            <p:ph idx="14" type="pic"/>
          </p:nvPr>
        </p:nvSpPr>
        <p:spPr>
          <a:xfrm>
            <a:off x="6108947" y="2365160"/>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lt2"/>
            </a:outerShdw>
          </a:effectLst>
        </p:spPr>
      </p:sp>
      <p:sp>
        <p:nvSpPr>
          <p:cNvPr id="595" name="Google Shape;595;p179"/>
          <p:cNvSpPr txBox="1"/>
          <p:nvPr>
            <p:ph idx="15" type="body"/>
          </p:nvPr>
        </p:nvSpPr>
        <p:spPr>
          <a:xfrm>
            <a:off x="6911512" y="2365160"/>
            <a:ext cx="1735806"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96" name="Google Shape;596;p179"/>
          <p:cNvSpPr/>
          <p:nvPr>
            <p:ph idx="16" type="pic"/>
          </p:nvPr>
        </p:nvSpPr>
        <p:spPr>
          <a:xfrm>
            <a:off x="431540" y="3500479"/>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3"/>
            </a:outerShdw>
          </a:effectLst>
        </p:spPr>
      </p:sp>
      <p:sp>
        <p:nvSpPr>
          <p:cNvPr id="597" name="Google Shape;597;p179"/>
          <p:cNvSpPr txBox="1"/>
          <p:nvPr>
            <p:ph idx="17" type="body"/>
          </p:nvPr>
        </p:nvSpPr>
        <p:spPr>
          <a:xfrm>
            <a:off x="1228437" y="3500478"/>
            <a:ext cx="1735806"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98" name="Google Shape;598;p179"/>
          <p:cNvSpPr/>
          <p:nvPr>
            <p:ph idx="18" type="pic"/>
          </p:nvPr>
        </p:nvSpPr>
        <p:spPr>
          <a:xfrm>
            <a:off x="3270244" y="3500479"/>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6"/>
            </a:outerShdw>
          </a:effectLst>
        </p:spPr>
      </p:sp>
      <p:sp>
        <p:nvSpPr>
          <p:cNvPr id="599" name="Google Shape;599;p179"/>
          <p:cNvSpPr txBox="1"/>
          <p:nvPr>
            <p:ph idx="19" type="body"/>
          </p:nvPr>
        </p:nvSpPr>
        <p:spPr>
          <a:xfrm>
            <a:off x="4069975" y="3500478"/>
            <a:ext cx="1735806"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00" name="Google Shape;600;p179"/>
          <p:cNvSpPr/>
          <p:nvPr>
            <p:ph idx="20" type="pic"/>
          </p:nvPr>
        </p:nvSpPr>
        <p:spPr>
          <a:xfrm>
            <a:off x="6108947" y="3500478"/>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1"/>
            </a:outerShdw>
          </a:effectLst>
        </p:spPr>
      </p:sp>
      <p:sp>
        <p:nvSpPr>
          <p:cNvPr id="601" name="Google Shape;601;p179"/>
          <p:cNvSpPr txBox="1"/>
          <p:nvPr>
            <p:ph idx="21" type="body"/>
          </p:nvPr>
        </p:nvSpPr>
        <p:spPr>
          <a:xfrm>
            <a:off x="6911512" y="3500478"/>
            <a:ext cx="1735806" cy="733806"/>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Team Subtitle">
  <p:cSld name="6 Team Subtitle">
    <p:spTree>
      <p:nvGrpSpPr>
        <p:cNvPr id="602" name="Shape 602"/>
        <p:cNvGrpSpPr/>
        <p:nvPr/>
      </p:nvGrpSpPr>
      <p:grpSpPr>
        <a:xfrm>
          <a:off x="0" y="0"/>
          <a:ext cx="0" cy="0"/>
          <a:chOff x="0" y="0"/>
          <a:chExt cx="0" cy="0"/>
        </a:xfrm>
      </p:grpSpPr>
      <p:sp>
        <p:nvSpPr>
          <p:cNvPr id="603" name="Google Shape;603;p180"/>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4" name="Google Shape;604;p180"/>
          <p:cNvSpPr/>
          <p:nvPr>
            <p:ph idx="2" type="pic"/>
          </p:nvPr>
        </p:nvSpPr>
        <p:spPr>
          <a:xfrm>
            <a:off x="431540" y="1229842"/>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1"/>
            </a:outerShdw>
          </a:effectLst>
        </p:spPr>
      </p:sp>
      <p:sp>
        <p:nvSpPr>
          <p:cNvPr id="605" name="Google Shape;605;p180"/>
          <p:cNvSpPr txBox="1"/>
          <p:nvPr>
            <p:ph idx="1" type="body"/>
          </p:nvPr>
        </p:nvSpPr>
        <p:spPr>
          <a:xfrm>
            <a:off x="1228437" y="1229841"/>
            <a:ext cx="1735806" cy="1456681"/>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06" name="Google Shape;606;p180"/>
          <p:cNvSpPr/>
          <p:nvPr>
            <p:ph idx="3" type="pic"/>
          </p:nvPr>
        </p:nvSpPr>
        <p:spPr>
          <a:xfrm>
            <a:off x="3270244" y="1229842"/>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3"/>
            </a:outerShdw>
          </a:effectLst>
        </p:spPr>
      </p:sp>
      <p:sp>
        <p:nvSpPr>
          <p:cNvPr id="607" name="Google Shape;607;p180"/>
          <p:cNvSpPr txBox="1"/>
          <p:nvPr>
            <p:ph idx="4" type="body"/>
          </p:nvPr>
        </p:nvSpPr>
        <p:spPr>
          <a:xfrm>
            <a:off x="4069975" y="1229841"/>
            <a:ext cx="1735806" cy="1456681"/>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08" name="Google Shape;608;p180"/>
          <p:cNvSpPr/>
          <p:nvPr>
            <p:ph idx="5" type="pic"/>
          </p:nvPr>
        </p:nvSpPr>
        <p:spPr>
          <a:xfrm>
            <a:off x="6108947" y="1229842"/>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5"/>
            </a:outerShdw>
          </a:effectLst>
        </p:spPr>
      </p:sp>
      <p:sp>
        <p:nvSpPr>
          <p:cNvPr id="609" name="Google Shape;609;p180"/>
          <p:cNvSpPr txBox="1"/>
          <p:nvPr>
            <p:ph idx="6" type="body"/>
          </p:nvPr>
        </p:nvSpPr>
        <p:spPr>
          <a:xfrm>
            <a:off x="6911512" y="1229841"/>
            <a:ext cx="1735806" cy="1456681"/>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10" name="Google Shape;610;p180"/>
          <p:cNvSpPr/>
          <p:nvPr>
            <p:ph idx="7" type="pic"/>
          </p:nvPr>
        </p:nvSpPr>
        <p:spPr>
          <a:xfrm>
            <a:off x="431540" y="2914933"/>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2"/>
            </a:outerShdw>
          </a:effectLst>
        </p:spPr>
      </p:sp>
      <p:sp>
        <p:nvSpPr>
          <p:cNvPr id="611" name="Google Shape;611;p180"/>
          <p:cNvSpPr txBox="1"/>
          <p:nvPr>
            <p:ph idx="8" type="body"/>
          </p:nvPr>
        </p:nvSpPr>
        <p:spPr>
          <a:xfrm>
            <a:off x="1228437" y="2914932"/>
            <a:ext cx="1735806" cy="1456681"/>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12" name="Google Shape;612;p180"/>
          <p:cNvSpPr/>
          <p:nvPr>
            <p:ph idx="9" type="pic"/>
          </p:nvPr>
        </p:nvSpPr>
        <p:spPr>
          <a:xfrm>
            <a:off x="3270244" y="2914933"/>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4"/>
            </a:outerShdw>
          </a:effectLst>
        </p:spPr>
      </p:sp>
      <p:sp>
        <p:nvSpPr>
          <p:cNvPr id="613" name="Google Shape;613;p180"/>
          <p:cNvSpPr txBox="1"/>
          <p:nvPr>
            <p:ph idx="13" type="body"/>
          </p:nvPr>
        </p:nvSpPr>
        <p:spPr>
          <a:xfrm>
            <a:off x="4069975" y="2914932"/>
            <a:ext cx="1735806" cy="1456681"/>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14" name="Google Shape;614;p180"/>
          <p:cNvSpPr/>
          <p:nvPr>
            <p:ph idx="14" type="pic"/>
          </p:nvPr>
        </p:nvSpPr>
        <p:spPr>
          <a:xfrm>
            <a:off x="6108947" y="2914932"/>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6"/>
            </a:outerShdw>
          </a:effectLst>
        </p:spPr>
      </p:sp>
      <p:sp>
        <p:nvSpPr>
          <p:cNvPr id="615" name="Google Shape;615;p180"/>
          <p:cNvSpPr txBox="1"/>
          <p:nvPr>
            <p:ph idx="15" type="body"/>
          </p:nvPr>
        </p:nvSpPr>
        <p:spPr>
          <a:xfrm>
            <a:off x="6911512" y="2914932"/>
            <a:ext cx="1735806" cy="1456681"/>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16" name="Google Shape;616;p180"/>
          <p:cNvSpPr txBox="1"/>
          <p:nvPr>
            <p:ph idx="16" type="body"/>
          </p:nvPr>
        </p:nvSpPr>
        <p:spPr>
          <a:xfrm>
            <a:off x="685800" y="700088"/>
            <a:ext cx="7772400" cy="304800"/>
          </a:xfrm>
          <a:prstGeom prst="rect">
            <a:avLst/>
          </a:prstGeom>
          <a:noFill/>
          <a:ln>
            <a:noFill/>
          </a:ln>
        </p:spPr>
        <p:txBody>
          <a:bodyPr anchorCtr="0" anchor="t" bIns="0" lIns="0" spcFirstLastPara="1" rIns="0" wrap="square" tIns="0">
            <a:normAutofit/>
          </a:bodyPr>
          <a:lstStyle>
            <a:lvl1pPr indent="-228600" lvl="0" marL="457200" algn="ctr">
              <a:lnSpc>
                <a:spcPct val="86000"/>
              </a:lnSpc>
              <a:spcBef>
                <a:spcPts val="0"/>
              </a:spcBef>
              <a:spcAft>
                <a:spcPts val="0"/>
              </a:spcAft>
              <a:buSzPts val="1350"/>
              <a:buNone/>
              <a:defRPr sz="1350"/>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Team ">
  <p:cSld name="6 Team ">
    <p:spTree>
      <p:nvGrpSpPr>
        <p:cNvPr id="617" name="Shape 617"/>
        <p:cNvGrpSpPr/>
        <p:nvPr/>
      </p:nvGrpSpPr>
      <p:grpSpPr>
        <a:xfrm>
          <a:off x="0" y="0"/>
          <a:ext cx="0" cy="0"/>
          <a:chOff x="0" y="0"/>
          <a:chExt cx="0" cy="0"/>
        </a:xfrm>
      </p:grpSpPr>
      <p:sp>
        <p:nvSpPr>
          <p:cNvPr id="618" name="Google Shape;618;p181"/>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9" name="Google Shape;619;p181"/>
          <p:cNvSpPr/>
          <p:nvPr>
            <p:ph idx="2" type="pic"/>
          </p:nvPr>
        </p:nvSpPr>
        <p:spPr>
          <a:xfrm>
            <a:off x="431540" y="1229842"/>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1"/>
            </a:outerShdw>
          </a:effectLst>
        </p:spPr>
      </p:sp>
      <p:sp>
        <p:nvSpPr>
          <p:cNvPr id="620" name="Google Shape;620;p181"/>
          <p:cNvSpPr txBox="1"/>
          <p:nvPr>
            <p:ph idx="1" type="body"/>
          </p:nvPr>
        </p:nvSpPr>
        <p:spPr>
          <a:xfrm>
            <a:off x="1228437" y="1229841"/>
            <a:ext cx="1735806" cy="1456681"/>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21" name="Google Shape;621;p181"/>
          <p:cNvSpPr/>
          <p:nvPr>
            <p:ph idx="3" type="pic"/>
          </p:nvPr>
        </p:nvSpPr>
        <p:spPr>
          <a:xfrm>
            <a:off x="3270244" y="1229842"/>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3"/>
            </a:outerShdw>
          </a:effectLst>
        </p:spPr>
      </p:sp>
      <p:sp>
        <p:nvSpPr>
          <p:cNvPr id="622" name="Google Shape;622;p181"/>
          <p:cNvSpPr txBox="1"/>
          <p:nvPr>
            <p:ph idx="4" type="body"/>
          </p:nvPr>
        </p:nvSpPr>
        <p:spPr>
          <a:xfrm>
            <a:off x="4069975" y="1229841"/>
            <a:ext cx="1735806" cy="1456681"/>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23" name="Google Shape;623;p181"/>
          <p:cNvSpPr/>
          <p:nvPr>
            <p:ph idx="5" type="pic"/>
          </p:nvPr>
        </p:nvSpPr>
        <p:spPr>
          <a:xfrm>
            <a:off x="6108947" y="1229842"/>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5"/>
            </a:outerShdw>
          </a:effectLst>
        </p:spPr>
      </p:sp>
      <p:sp>
        <p:nvSpPr>
          <p:cNvPr id="624" name="Google Shape;624;p181"/>
          <p:cNvSpPr txBox="1"/>
          <p:nvPr>
            <p:ph idx="6" type="body"/>
          </p:nvPr>
        </p:nvSpPr>
        <p:spPr>
          <a:xfrm>
            <a:off x="6911512" y="1229841"/>
            <a:ext cx="1735806" cy="1456681"/>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25" name="Google Shape;625;p181"/>
          <p:cNvSpPr/>
          <p:nvPr>
            <p:ph idx="7" type="pic"/>
          </p:nvPr>
        </p:nvSpPr>
        <p:spPr>
          <a:xfrm>
            <a:off x="431540" y="2914933"/>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2"/>
            </a:outerShdw>
          </a:effectLst>
        </p:spPr>
      </p:sp>
      <p:sp>
        <p:nvSpPr>
          <p:cNvPr id="626" name="Google Shape;626;p181"/>
          <p:cNvSpPr txBox="1"/>
          <p:nvPr>
            <p:ph idx="8" type="body"/>
          </p:nvPr>
        </p:nvSpPr>
        <p:spPr>
          <a:xfrm>
            <a:off x="1228437" y="2914932"/>
            <a:ext cx="1735806" cy="1456681"/>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27" name="Google Shape;627;p181"/>
          <p:cNvSpPr/>
          <p:nvPr>
            <p:ph idx="9" type="pic"/>
          </p:nvPr>
        </p:nvSpPr>
        <p:spPr>
          <a:xfrm>
            <a:off x="3270244" y="2914933"/>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4"/>
            </a:outerShdw>
          </a:effectLst>
        </p:spPr>
      </p:sp>
      <p:sp>
        <p:nvSpPr>
          <p:cNvPr id="628" name="Google Shape;628;p181"/>
          <p:cNvSpPr txBox="1"/>
          <p:nvPr>
            <p:ph idx="13" type="body"/>
          </p:nvPr>
        </p:nvSpPr>
        <p:spPr>
          <a:xfrm>
            <a:off x="4069975" y="2914932"/>
            <a:ext cx="1735806" cy="1456681"/>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29" name="Google Shape;629;p181"/>
          <p:cNvSpPr/>
          <p:nvPr>
            <p:ph idx="14" type="pic"/>
          </p:nvPr>
        </p:nvSpPr>
        <p:spPr>
          <a:xfrm>
            <a:off x="6108947" y="2914932"/>
            <a:ext cx="685800" cy="685800"/>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6"/>
            </a:outerShdw>
          </a:effectLst>
        </p:spPr>
      </p:sp>
      <p:sp>
        <p:nvSpPr>
          <p:cNvPr id="630" name="Google Shape;630;p181"/>
          <p:cNvSpPr txBox="1"/>
          <p:nvPr>
            <p:ph idx="15" type="body"/>
          </p:nvPr>
        </p:nvSpPr>
        <p:spPr>
          <a:xfrm>
            <a:off x="6911512" y="2914932"/>
            <a:ext cx="1735806" cy="1456681"/>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Team Subtitle">
  <p:cSld name="4 Team Subtitle">
    <p:spTree>
      <p:nvGrpSpPr>
        <p:cNvPr id="631" name="Shape 631"/>
        <p:cNvGrpSpPr/>
        <p:nvPr/>
      </p:nvGrpSpPr>
      <p:grpSpPr>
        <a:xfrm>
          <a:off x="0" y="0"/>
          <a:ext cx="0" cy="0"/>
          <a:chOff x="0" y="0"/>
          <a:chExt cx="0" cy="0"/>
        </a:xfrm>
      </p:grpSpPr>
      <p:sp>
        <p:nvSpPr>
          <p:cNvPr id="632" name="Google Shape;632;p182"/>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3" name="Google Shape;633;p182"/>
          <p:cNvSpPr/>
          <p:nvPr>
            <p:ph idx="2" type="pic"/>
          </p:nvPr>
        </p:nvSpPr>
        <p:spPr>
          <a:xfrm>
            <a:off x="431540" y="1229842"/>
            <a:ext cx="1150616" cy="1150616"/>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1"/>
            </a:outerShdw>
          </a:effectLst>
        </p:spPr>
      </p:sp>
      <p:sp>
        <p:nvSpPr>
          <p:cNvPr id="634" name="Google Shape;634;p182"/>
          <p:cNvSpPr txBox="1"/>
          <p:nvPr>
            <p:ph idx="1" type="body"/>
          </p:nvPr>
        </p:nvSpPr>
        <p:spPr>
          <a:xfrm>
            <a:off x="1721530" y="1229841"/>
            <a:ext cx="2669009" cy="1456681"/>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35" name="Google Shape;635;p182"/>
          <p:cNvSpPr/>
          <p:nvPr>
            <p:ph idx="3" type="pic"/>
          </p:nvPr>
        </p:nvSpPr>
        <p:spPr>
          <a:xfrm>
            <a:off x="4709852" y="1229842"/>
            <a:ext cx="1150616" cy="1150616"/>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3"/>
            </a:outerShdw>
          </a:effectLst>
        </p:spPr>
      </p:sp>
      <p:sp>
        <p:nvSpPr>
          <p:cNvPr id="636" name="Google Shape;636;p182"/>
          <p:cNvSpPr txBox="1"/>
          <p:nvPr>
            <p:ph idx="4" type="body"/>
          </p:nvPr>
        </p:nvSpPr>
        <p:spPr>
          <a:xfrm>
            <a:off x="6002677" y="1229841"/>
            <a:ext cx="2669009" cy="1456681"/>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37" name="Google Shape;637;p182"/>
          <p:cNvSpPr/>
          <p:nvPr>
            <p:ph idx="5" type="pic"/>
          </p:nvPr>
        </p:nvSpPr>
        <p:spPr>
          <a:xfrm>
            <a:off x="431540" y="2914933"/>
            <a:ext cx="1150616" cy="1150616"/>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2"/>
            </a:outerShdw>
          </a:effectLst>
        </p:spPr>
      </p:sp>
      <p:sp>
        <p:nvSpPr>
          <p:cNvPr id="638" name="Google Shape;638;p182"/>
          <p:cNvSpPr txBox="1"/>
          <p:nvPr>
            <p:ph idx="6" type="body"/>
          </p:nvPr>
        </p:nvSpPr>
        <p:spPr>
          <a:xfrm>
            <a:off x="1721530" y="2914932"/>
            <a:ext cx="2669009" cy="1456681"/>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39" name="Google Shape;639;p182"/>
          <p:cNvSpPr/>
          <p:nvPr>
            <p:ph idx="7" type="pic"/>
          </p:nvPr>
        </p:nvSpPr>
        <p:spPr>
          <a:xfrm>
            <a:off x="4709852" y="2914933"/>
            <a:ext cx="1150616" cy="1150616"/>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4"/>
            </a:outerShdw>
          </a:effectLst>
        </p:spPr>
      </p:sp>
      <p:sp>
        <p:nvSpPr>
          <p:cNvPr id="640" name="Google Shape;640;p182"/>
          <p:cNvSpPr txBox="1"/>
          <p:nvPr>
            <p:ph idx="8" type="body"/>
          </p:nvPr>
        </p:nvSpPr>
        <p:spPr>
          <a:xfrm>
            <a:off x="6002677" y="2914932"/>
            <a:ext cx="2669009" cy="1456681"/>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41" name="Google Shape;641;p182"/>
          <p:cNvSpPr txBox="1"/>
          <p:nvPr>
            <p:ph idx="9" type="body"/>
          </p:nvPr>
        </p:nvSpPr>
        <p:spPr>
          <a:xfrm>
            <a:off x="685800" y="700088"/>
            <a:ext cx="7772400" cy="304800"/>
          </a:xfrm>
          <a:prstGeom prst="rect">
            <a:avLst/>
          </a:prstGeom>
          <a:noFill/>
          <a:ln>
            <a:noFill/>
          </a:ln>
        </p:spPr>
        <p:txBody>
          <a:bodyPr anchorCtr="0" anchor="t" bIns="0" lIns="0" spcFirstLastPara="1" rIns="0" wrap="square" tIns="0">
            <a:normAutofit/>
          </a:bodyPr>
          <a:lstStyle>
            <a:lvl1pPr indent="-228600" lvl="0" marL="457200" algn="ctr">
              <a:lnSpc>
                <a:spcPct val="86000"/>
              </a:lnSpc>
              <a:spcBef>
                <a:spcPts val="0"/>
              </a:spcBef>
              <a:spcAft>
                <a:spcPts val="0"/>
              </a:spcAft>
              <a:buSzPts val="1350"/>
              <a:buNone/>
              <a:defRPr sz="1350"/>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4 Team Subtitle">
  <p:cSld name="1_4 Team Subtitle">
    <p:spTree>
      <p:nvGrpSpPr>
        <p:cNvPr id="642" name="Shape 642"/>
        <p:cNvGrpSpPr/>
        <p:nvPr/>
      </p:nvGrpSpPr>
      <p:grpSpPr>
        <a:xfrm>
          <a:off x="0" y="0"/>
          <a:ext cx="0" cy="0"/>
          <a:chOff x="0" y="0"/>
          <a:chExt cx="0" cy="0"/>
        </a:xfrm>
      </p:grpSpPr>
      <p:sp>
        <p:nvSpPr>
          <p:cNvPr id="643" name="Google Shape;643;p183"/>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4" name="Google Shape;644;p183"/>
          <p:cNvSpPr/>
          <p:nvPr>
            <p:ph idx="2" type="pic"/>
          </p:nvPr>
        </p:nvSpPr>
        <p:spPr>
          <a:xfrm>
            <a:off x="431540" y="1229842"/>
            <a:ext cx="1150616" cy="1150616"/>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1"/>
            </a:outerShdw>
          </a:effectLst>
        </p:spPr>
      </p:sp>
      <p:sp>
        <p:nvSpPr>
          <p:cNvPr id="645" name="Google Shape;645;p183"/>
          <p:cNvSpPr txBox="1"/>
          <p:nvPr>
            <p:ph idx="1" type="body"/>
          </p:nvPr>
        </p:nvSpPr>
        <p:spPr>
          <a:xfrm>
            <a:off x="1721530" y="1229841"/>
            <a:ext cx="2669009" cy="1456681"/>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46" name="Google Shape;646;p183"/>
          <p:cNvSpPr/>
          <p:nvPr>
            <p:ph idx="3" type="pic"/>
          </p:nvPr>
        </p:nvSpPr>
        <p:spPr>
          <a:xfrm>
            <a:off x="4709852" y="1229842"/>
            <a:ext cx="1150616" cy="1150616"/>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3"/>
            </a:outerShdw>
          </a:effectLst>
        </p:spPr>
      </p:sp>
      <p:sp>
        <p:nvSpPr>
          <p:cNvPr id="647" name="Google Shape;647;p183"/>
          <p:cNvSpPr txBox="1"/>
          <p:nvPr>
            <p:ph idx="4" type="body"/>
          </p:nvPr>
        </p:nvSpPr>
        <p:spPr>
          <a:xfrm>
            <a:off x="6002677" y="1229841"/>
            <a:ext cx="2669009" cy="1456681"/>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48" name="Google Shape;648;p183"/>
          <p:cNvSpPr/>
          <p:nvPr>
            <p:ph idx="5" type="pic"/>
          </p:nvPr>
        </p:nvSpPr>
        <p:spPr>
          <a:xfrm>
            <a:off x="431540" y="2914933"/>
            <a:ext cx="1150616" cy="1150616"/>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2"/>
            </a:outerShdw>
          </a:effectLst>
        </p:spPr>
      </p:sp>
      <p:sp>
        <p:nvSpPr>
          <p:cNvPr id="649" name="Google Shape;649;p183"/>
          <p:cNvSpPr txBox="1"/>
          <p:nvPr>
            <p:ph idx="6" type="body"/>
          </p:nvPr>
        </p:nvSpPr>
        <p:spPr>
          <a:xfrm>
            <a:off x="1721530" y="2914932"/>
            <a:ext cx="2669009" cy="1456681"/>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50" name="Google Shape;650;p183"/>
          <p:cNvSpPr/>
          <p:nvPr>
            <p:ph idx="7" type="pic"/>
          </p:nvPr>
        </p:nvSpPr>
        <p:spPr>
          <a:xfrm>
            <a:off x="4709852" y="2914933"/>
            <a:ext cx="1150616" cy="1150616"/>
          </a:xfrm>
          <a:prstGeom prst="rect">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4"/>
            </a:outerShdw>
          </a:effectLst>
        </p:spPr>
      </p:sp>
      <p:sp>
        <p:nvSpPr>
          <p:cNvPr id="651" name="Google Shape;651;p183"/>
          <p:cNvSpPr txBox="1"/>
          <p:nvPr>
            <p:ph idx="8" type="body"/>
          </p:nvPr>
        </p:nvSpPr>
        <p:spPr>
          <a:xfrm>
            <a:off x="6002677" y="2914932"/>
            <a:ext cx="2669009" cy="1456681"/>
          </a:xfrm>
          <a:prstGeom prst="rect">
            <a:avLst/>
          </a:prstGeom>
          <a:noFill/>
          <a:ln>
            <a:noFill/>
          </a:ln>
        </p:spPr>
        <p:txBody>
          <a:bodyPr anchorCtr="0" anchor="t" bIns="0" lIns="0" spcFirstLastPara="1" rIns="0" wrap="square" tIns="0">
            <a:normAutofit/>
          </a:bodyPr>
          <a:lstStyle>
            <a:lvl1pPr indent="-228600" lvl="0" marL="457200" algn="l">
              <a:lnSpc>
                <a:spcPct val="80000"/>
              </a:lnSpc>
              <a:spcBef>
                <a:spcPts val="210"/>
              </a:spcBef>
              <a:spcAft>
                <a:spcPts val="0"/>
              </a:spcAft>
              <a:buSzPts val="1050"/>
              <a:buNone/>
              <a:defRPr sz="1050">
                <a:latin typeface="Open Sans"/>
                <a:ea typeface="Open Sans"/>
                <a:cs typeface="Open Sans"/>
                <a:sym typeface="Open Sans"/>
              </a:defRPr>
            </a:lvl1pPr>
            <a:lvl2pPr indent="-228600" lvl="1" marL="914400" algn="l">
              <a:lnSpc>
                <a:spcPct val="90000"/>
              </a:lnSpc>
              <a:spcBef>
                <a:spcPts val="0"/>
              </a:spcBef>
              <a:spcAft>
                <a:spcPts val="0"/>
              </a:spcAft>
              <a:buSzPts val="900"/>
              <a:buFont typeface="Arial"/>
              <a:buNone/>
              <a:defRPr i="1" sz="900"/>
            </a:lvl2pPr>
            <a:lvl3pPr indent="-228600" lvl="2" marL="1371600" algn="l">
              <a:lnSpc>
                <a:spcPct val="100000"/>
              </a:lnSpc>
              <a:spcBef>
                <a:spcPts val="600"/>
              </a:spcBef>
              <a:spcAft>
                <a:spcPts val="0"/>
              </a:spcAft>
              <a:buSzPts val="900"/>
              <a:buNone/>
              <a:defRPr sz="9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eam Subtitle">
  <p:cSld name="3 Team Subtitle">
    <p:spTree>
      <p:nvGrpSpPr>
        <p:cNvPr id="652" name="Shape 652"/>
        <p:cNvGrpSpPr/>
        <p:nvPr/>
      </p:nvGrpSpPr>
      <p:grpSpPr>
        <a:xfrm>
          <a:off x="0" y="0"/>
          <a:ext cx="0" cy="0"/>
          <a:chOff x="0" y="0"/>
          <a:chExt cx="0" cy="0"/>
        </a:xfrm>
      </p:grpSpPr>
      <p:sp>
        <p:nvSpPr>
          <p:cNvPr id="653" name="Google Shape;653;p184"/>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4" name="Google Shape;654;p184"/>
          <p:cNvSpPr/>
          <p:nvPr>
            <p:ph idx="2" type="pic"/>
          </p:nvPr>
        </p:nvSpPr>
        <p:spPr>
          <a:xfrm>
            <a:off x="1173169" y="1229843"/>
            <a:ext cx="1049445" cy="1049445"/>
          </a:xfrm>
          <a:prstGeom prst="ellipse">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1"/>
            </a:outerShdw>
          </a:effectLst>
        </p:spPr>
      </p:sp>
      <p:sp>
        <p:nvSpPr>
          <p:cNvPr id="655" name="Google Shape;655;p184"/>
          <p:cNvSpPr txBox="1"/>
          <p:nvPr>
            <p:ph idx="1" type="body"/>
          </p:nvPr>
        </p:nvSpPr>
        <p:spPr>
          <a:xfrm>
            <a:off x="431541" y="2442744"/>
            <a:ext cx="2532703" cy="1802414"/>
          </a:xfrm>
          <a:prstGeom prst="rect">
            <a:avLst/>
          </a:prstGeom>
          <a:noFill/>
          <a:ln>
            <a:noFill/>
          </a:ln>
        </p:spPr>
        <p:txBody>
          <a:bodyPr anchorCtr="0" anchor="t" bIns="0" lIns="0" spcFirstLastPara="1" rIns="0" wrap="square" tIns="0">
            <a:normAutofit/>
          </a:bodyPr>
          <a:lstStyle>
            <a:lvl1pPr indent="-228600" lvl="0" marL="457200" algn="ctr">
              <a:lnSpc>
                <a:spcPct val="80000"/>
              </a:lnSpc>
              <a:spcBef>
                <a:spcPts val="300"/>
              </a:spcBef>
              <a:spcAft>
                <a:spcPts val="0"/>
              </a:spcAft>
              <a:buSzPts val="1500"/>
              <a:buNone/>
              <a:defRPr sz="1500">
                <a:latin typeface="Open Sans"/>
                <a:ea typeface="Open Sans"/>
                <a:cs typeface="Open Sans"/>
                <a:sym typeface="Open Sans"/>
              </a:defRPr>
            </a:lvl1pPr>
            <a:lvl2pPr indent="-228600" lvl="1" marL="914400" algn="ctr">
              <a:lnSpc>
                <a:spcPct val="90000"/>
              </a:lnSpc>
              <a:spcBef>
                <a:spcPts val="0"/>
              </a:spcBef>
              <a:spcAft>
                <a:spcPts val="0"/>
              </a:spcAft>
              <a:buSzPts val="1050"/>
              <a:buFont typeface="Arial"/>
              <a:buNone/>
              <a:defRPr i="1" sz="1050"/>
            </a:lvl2pPr>
            <a:lvl3pPr indent="-228600" lvl="2" marL="1371600" algn="ctr">
              <a:lnSpc>
                <a:spcPct val="100000"/>
              </a:lnSpc>
              <a:spcBef>
                <a:spcPts val="600"/>
              </a:spcBef>
              <a:spcAft>
                <a:spcPts val="0"/>
              </a:spcAft>
              <a:buSzPts val="1050"/>
              <a:buNone/>
              <a:defRPr sz="105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56" name="Google Shape;656;p184"/>
          <p:cNvSpPr/>
          <p:nvPr>
            <p:ph idx="3" type="pic"/>
          </p:nvPr>
        </p:nvSpPr>
        <p:spPr>
          <a:xfrm>
            <a:off x="4011872" y="1229843"/>
            <a:ext cx="1049445" cy="1049445"/>
          </a:xfrm>
          <a:prstGeom prst="ellipse">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3"/>
            </a:outerShdw>
          </a:effectLst>
        </p:spPr>
      </p:sp>
      <p:sp>
        <p:nvSpPr>
          <p:cNvPr id="657" name="Google Shape;657;p184"/>
          <p:cNvSpPr txBox="1"/>
          <p:nvPr>
            <p:ph idx="4" type="body"/>
          </p:nvPr>
        </p:nvSpPr>
        <p:spPr>
          <a:xfrm>
            <a:off x="3270244" y="2442744"/>
            <a:ext cx="2532703" cy="1802414"/>
          </a:xfrm>
          <a:prstGeom prst="rect">
            <a:avLst/>
          </a:prstGeom>
          <a:noFill/>
          <a:ln>
            <a:noFill/>
          </a:ln>
        </p:spPr>
        <p:txBody>
          <a:bodyPr anchorCtr="0" anchor="t" bIns="0" lIns="0" spcFirstLastPara="1" rIns="0" wrap="square" tIns="0">
            <a:normAutofit/>
          </a:bodyPr>
          <a:lstStyle>
            <a:lvl1pPr indent="-228600" lvl="0" marL="457200" algn="ctr">
              <a:lnSpc>
                <a:spcPct val="80000"/>
              </a:lnSpc>
              <a:spcBef>
                <a:spcPts val="300"/>
              </a:spcBef>
              <a:spcAft>
                <a:spcPts val="0"/>
              </a:spcAft>
              <a:buSzPts val="1500"/>
              <a:buNone/>
              <a:defRPr sz="1500">
                <a:latin typeface="Open Sans"/>
                <a:ea typeface="Open Sans"/>
                <a:cs typeface="Open Sans"/>
                <a:sym typeface="Open Sans"/>
              </a:defRPr>
            </a:lvl1pPr>
            <a:lvl2pPr indent="-228600" lvl="1" marL="914400" algn="ctr">
              <a:lnSpc>
                <a:spcPct val="90000"/>
              </a:lnSpc>
              <a:spcBef>
                <a:spcPts val="0"/>
              </a:spcBef>
              <a:spcAft>
                <a:spcPts val="0"/>
              </a:spcAft>
              <a:buSzPts val="1050"/>
              <a:buFont typeface="Arial"/>
              <a:buNone/>
              <a:defRPr i="1" sz="1050"/>
            </a:lvl2pPr>
            <a:lvl3pPr indent="-228600" lvl="2" marL="1371600" algn="ctr">
              <a:lnSpc>
                <a:spcPct val="100000"/>
              </a:lnSpc>
              <a:spcBef>
                <a:spcPts val="600"/>
              </a:spcBef>
              <a:spcAft>
                <a:spcPts val="0"/>
              </a:spcAft>
              <a:buSzPts val="1050"/>
              <a:buNone/>
              <a:defRPr sz="105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58" name="Google Shape;658;p184"/>
          <p:cNvSpPr/>
          <p:nvPr>
            <p:ph idx="5" type="pic"/>
          </p:nvPr>
        </p:nvSpPr>
        <p:spPr>
          <a:xfrm>
            <a:off x="6850575" y="1229842"/>
            <a:ext cx="1049445" cy="1049445"/>
          </a:xfrm>
          <a:prstGeom prst="ellipse">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2"/>
            </a:outerShdw>
          </a:effectLst>
        </p:spPr>
      </p:sp>
      <p:sp>
        <p:nvSpPr>
          <p:cNvPr id="659" name="Google Shape;659;p184"/>
          <p:cNvSpPr txBox="1"/>
          <p:nvPr>
            <p:ph idx="6" type="body"/>
          </p:nvPr>
        </p:nvSpPr>
        <p:spPr>
          <a:xfrm>
            <a:off x="6108947" y="2442744"/>
            <a:ext cx="2532703" cy="1802414"/>
          </a:xfrm>
          <a:prstGeom prst="rect">
            <a:avLst/>
          </a:prstGeom>
          <a:noFill/>
          <a:ln>
            <a:noFill/>
          </a:ln>
        </p:spPr>
        <p:txBody>
          <a:bodyPr anchorCtr="0" anchor="t" bIns="0" lIns="0" spcFirstLastPara="1" rIns="0" wrap="square" tIns="0">
            <a:normAutofit/>
          </a:bodyPr>
          <a:lstStyle>
            <a:lvl1pPr indent="-228600" lvl="0" marL="457200" algn="ctr">
              <a:lnSpc>
                <a:spcPct val="80000"/>
              </a:lnSpc>
              <a:spcBef>
                <a:spcPts val="300"/>
              </a:spcBef>
              <a:spcAft>
                <a:spcPts val="0"/>
              </a:spcAft>
              <a:buSzPts val="1500"/>
              <a:buNone/>
              <a:defRPr sz="1500">
                <a:latin typeface="Open Sans"/>
                <a:ea typeface="Open Sans"/>
                <a:cs typeface="Open Sans"/>
                <a:sym typeface="Open Sans"/>
              </a:defRPr>
            </a:lvl1pPr>
            <a:lvl2pPr indent="-228600" lvl="1" marL="914400" algn="ctr">
              <a:lnSpc>
                <a:spcPct val="90000"/>
              </a:lnSpc>
              <a:spcBef>
                <a:spcPts val="0"/>
              </a:spcBef>
              <a:spcAft>
                <a:spcPts val="0"/>
              </a:spcAft>
              <a:buSzPts val="1050"/>
              <a:buFont typeface="Arial"/>
              <a:buNone/>
              <a:defRPr i="1" sz="1050"/>
            </a:lvl2pPr>
            <a:lvl3pPr indent="-228600" lvl="2" marL="1371600" algn="ctr">
              <a:lnSpc>
                <a:spcPct val="100000"/>
              </a:lnSpc>
              <a:spcBef>
                <a:spcPts val="600"/>
              </a:spcBef>
              <a:spcAft>
                <a:spcPts val="0"/>
              </a:spcAft>
              <a:buSzPts val="1050"/>
              <a:buNone/>
              <a:defRPr sz="105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60" name="Google Shape;660;p184"/>
          <p:cNvSpPr txBox="1"/>
          <p:nvPr>
            <p:ph idx="7" type="body"/>
          </p:nvPr>
        </p:nvSpPr>
        <p:spPr>
          <a:xfrm>
            <a:off x="685800" y="700088"/>
            <a:ext cx="7772400" cy="304800"/>
          </a:xfrm>
          <a:prstGeom prst="rect">
            <a:avLst/>
          </a:prstGeom>
          <a:noFill/>
          <a:ln>
            <a:noFill/>
          </a:ln>
        </p:spPr>
        <p:txBody>
          <a:bodyPr anchorCtr="0" anchor="t" bIns="0" lIns="0" spcFirstLastPara="1" rIns="0" wrap="square" tIns="0">
            <a:normAutofit/>
          </a:bodyPr>
          <a:lstStyle>
            <a:lvl1pPr indent="-228600" lvl="0" marL="457200" algn="ctr">
              <a:lnSpc>
                <a:spcPct val="86000"/>
              </a:lnSpc>
              <a:spcBef>
                <a:spcPts val="0"/>
              </a:spcBef>
              <a:spcAft>
                <a:spcPts val="0"/>
              </a:spcAft>
              <a:buSzPts val="1350"/>
              <a:buNone/>
              <a:defRPr sz="1350"/>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eam 2">
  <p:cSld name="3 Team 2">
    <p:spTree>
      <p:nvGrpSpPr>
        <p:cNvPr id="661" name="Shape 661"/>
        <p:cNvGrpSpPr/>
        <p:nvPr/>
      </p:nvGrpSpPr>
      <p:grpSpPr>
        <a:xfrm>
          <a:off x="0" y="0"/>
          <a:ext cx="0" cy="0"/>
          <a:chOff x="0" y="0"/>
          <a:chExt cx="0" cy="0"/>
        </a:xfrm>
      </p:grpSpPr>
      <p:sp>
        <p:nvSpPr>
          <p:cNvPr id="662" name="Google Shape;662;p185"/>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3" name="Google Shape;663;p185"/>
          <p:cNvSpPr/>
          <p:nvPr>
            <p:ph idx="2" type="pic"/>
          </p:nvPr>
        </p:nvSpPr>
        <p:spPr>
          <a:xfrm>
            <a:off x="1173169" y="1229843"/>
            <a:ext cx="1049445" cy="1049445"/>
          </a:xfrm>
          <a:prstGeom prst="ellipse">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1"/>
            </a:outerShdw>
          </a:effectLst>
        </p:spPr>
      </p:sp>
      <p:sp>
        <p:nvSpPr>
          <p:cNvPr id="664" name="Google Shape;664;p185"/>
          <p:cNvSpPr txBox="1"/>
          <p:nvPr>
            <p:ph idx="1" type="body"/>
          </p:nvPr>
        </p:nvSpPr>
        <p:spPr>
          <a:xfrm>
            <a:off x="431541" y="2442744"/>
            <a:ext cx="2532703" cy="1802414"/>
          </a:xfrm>
          <a:prstGeom prst="rect">
            <a:avLst/>
          </a:prstGeom>
          <a:noFill/>
          <a:ln>
            <a:noFill/>
          </a:ln>
        </p:spPr>
        <p:txBody>
          <a:bodyPr anchorCtr="0" anchor="t" bIns="0" lIns="0" spcFirstLastPara="1" rIns="0" wrap="square" tIns="0">
            <a:normAutofit/>
          </a:bodyPr>
          <a:lstStyle>
            <a:lvl1pPr indent="-228600" lvl="0" marL="457200" algn="ctr">
              <a:lnSpc>
                <a:spcPct val="80000"/>
              </a:lnSpc>
              <a:spcBef>
                <a:spcPts val="300"/>
              </a:spcBef>
              <a:spcAft>
                <a:spcPts val="0"/>
              </a:spcAft>
              <a:buSzPts val="1500"/>
              <a:buNone/>
              <a:defRPr sz="1500">
                <a:latin typeface="Open Sans"/>
                <a:ea typeface="Open Sans"/>
                <a:cs typeface="Open Sans"/>
                <a:sym typeface="Open Sans"/>
              </a:defRPr>
            </a:lvl1pPr>
            <a:lvl2pPr indent="-228600" lvl="1" marL="914400" algn="ctr">
              <a:lnSpc>
                <a:spcPct val="90000"/>
              </a:lnSpc>
              <a:spcBef>
                <a:spcPts val="0"/>
              </a:spcBef>
              <a:spcAft>
                <a:spcPts val="0"/>
              </a:spcAft>
              <a:buSzPts val="1050"/>
              <a:buFont typeface="Arial"/>
              <a:buNone/>
              <a:defRPr i="1" sz="1050"/>
            </a:lvl2pPr>
            <a:lvl3pPr indent="-228600" lvl="2" marL="1371600" algn="ctr">
              <a:lnSpc>
                <a:spcPct val="100000"/>
              </a:lnSpc>
              <a:spcBef>
                <a:spcPts val="600"/>
              </a:spcBef>
              <a:spcAft>
                <a:spcPts val="0"/>
              </a:spcAft>
              <a:buSzPts val="1050"/>
              <a:buNone/>
              <a:defRPr sz="105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65" name="Google Shape;665;p185"/>
          <p:cNvSpPr/>
          <p:nvPr>
            <p:ph idx="3" type="pic"/>
          </p:nvPr>
        </p:nvSpPr>
        <p:spPr>
          <a:xfrm>
            <a:off x="4011872" y="1229843"/>
            <a:ext cx="1049445" cy="1049445"/>
          </a:xfrm>
          <a:prstGeom prst="ellipse">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3"/>
            </a:outerShdw>
          </a:effectLst>
        </p:spPr>
      </p:sp>
      <p:sp>
        <p:nvSpPr>
          <p:cNvPr id="666" name="Google Shape;666;p185"/>
          <p:cNvSpPr txBox="1"/>
          <p:nvPr>
            <p:ph idx="4" type="body"/>
          </p:nvPr>
        </p:nvSpPr>
        <p:spPr>
          <a:xfrm>
            <a:off x="3270244" y="2442744"/>
            <a:ext cx="2532703" cy="1802414"/>
          </a:xfrm>
          <a:prstGeom prst="rect">
            <a:avLst/>
          </a:prstGeom>
          <a:noFill/>
          <a:ln>
            <a:noFill/>
          </a:ln>
        </p:spPr>
        <p:txBody>
          <a:bodyPr anchorCtr="0" anchor="t" bIns="0" lIns="0" spcFirstLastPara="1" rIns="0" wrap="square" tIns="0">
            <a:normAutofit/>
          </a:bodyPr>
          <a:lstStyle>
            <a:lvl1pPr indent="-228600" lvl="0" marL="457200" algn="ctr">
              <a:lnSpc>
                <a:spcPct val="80000"/>
              </a:lnSpc>
              <a:spcBef>
                <a:spcPts val="300"/>
              </a:spcBef>
              <a:spcAft>
                <a:spcPts val="0"/>
              </a:spcAft>
              <a:buSzPts val="1500"/>
              <a:buNone/>
              <a:defRPr sz="1500">
                <a:latin typeface="Open Sans"/>
                <a:ea typeface="Open Sans"/>
                <a:cs typeface="Open Sans"/>
                <a:sym typeface="Open Sans"/>
              </a:defRPr>
            </a:lvl1pPr>
            <a:lvl2pPr indent="-228600" lvl="1" marL="914400" algn="ctr">
              <a:lnSpc>
                <a:spcPct val="90000"/>
              </a:lnSpc>
              <a:spcBef>
                <a:spcPts val="0"/>
              </a:spcBef>
              <a:spcAft>
                <a:spcPts val="0"/>
              </a:spcAft>
              <a:buSzPts val="1050"/>
              <a:buFont typeface="Arial"/>
              <a:buNone/>
              <a:defRPr i="1" sz="1050"/>
            </a:lvl2pPr>
            <a:lvl3pPr indent="-228600" lvl="2" marL="1371600" algn="ctr">
              <a:lnSpc>
                <a:spcPct val="100000"/>
              </a:lnSpc>
              <a:spcBef>
                <a:spcPts val="600"/>
              </a:spcBef>
              <a:spcAft>
                <a:spcPts val="0"/>
              </a:spcAft>
              <a:buSzPts val="1050"/>
              <a:buNone/>
              <a:defRPr sz="105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67" name="Google Shape;667;p185"/>
          <p:cNvSpPr/>
          <p:nvPr>
            <p:ph idx="5" type="pic"/>
          </p:nvPr>
        </p:nvSpPr>
        <p:spPr>
          <a:xfrm>
            <a:off x="6850575" y="1229842"/>
            <a:ext cx="1049445" cy="1049445"/>
          </a:xfrm>
          <a:prstGeom prst="ellipse">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2"/>
            </a:outerShdw>
          </a:effectLst>
        </p:spPr>
      </p:sp>
      <p:sp>
        <p:nvSpPr>
          <p:cNvPr id="668" name="Google Shape;668;p185"/>
          <p:cNvSpPr txBox="1"/>
          <p:nvPr>
            <p:ph idx="6" type="body"/>
          </p:nvPr>
        </p:nvSpPr>
        <p:spPr>
          <a:xfrm>
            <a:off x="6108947" y="2442744"/>
            <a:ext cx="2532703" cy="1802414"/>
          </a:xfrm>
          <a:prstGeom prst="rect">
            <a:avLst/>
          </a:prstGeom>
          <a:noFill/>
          <a:ln>
            <a:noFill/>
          </a:ln>
        </p:spPr>
        <p:txBody>
          <a:bodyPr anchorCtr="0" anchor="t" bIns="0" lIns="0" spcFirstLastPara="1" rIns="0" wrap="square" tIns="0">
            <a:normAutofit/>
          </a:bodyPr>
          <a:lstStyle>
            <a:lvl1pPr indent="-228600" lvl="0" marL="457200" algn="ctr">
              <a:lnSpc>
                <a:spcPct val="80000"/>
              </a:lnSpc>
              <a:spcBef>
                <a:spcPts val="300"/>
              </a:spcBef>
              <a:spcAft>
                <a:spcPts val="0"/>
              </a:spcAft>
              <a:buSzPts val="1500"/>
              <a:buNone/>
              <a:defRPr sz="1500">
                <a:latin typeface="Open Sans"/>
                <a:ea typeface="Open Sans"/>
                <a:cs typeface="Open Sans"/>
                <a:sym typeface="Open Sans"/>
              </a:defRPr>
            </a:lvl1pPr>
            <a:lvl2pPr indent="-228600" lvl="1" marL="914400" algn="ctr">
              <a:lnSpc>
                <a:spcPct val="90000"/>
              </a:lnSpc>
              <a:spcBef>
                <a:spcPts val="0"/>
              </a:spcBef>
              <a:spcAft>
                <a:spcPts val="0"/>
              </a:spcAft>
              <a:buSzPts val="1050"/>
              <a:buFont typeface="Arial"/>
              <a:buNone/>
              <a:defRPr i="1" sz="1050"/>
            </a:lvl2pPr>
            <a:lvl3pPr indent="-228600" lvl="2" marL="1371600" algn="ctr">
              <a:lnSpc>
                <a:spcPct val="100000"/>
              </a:lnSpc>
              <a:spcBef>
                <a:spcPts val="600"/>
              </a:spcBef>
              <a:spcAft>
                <a:spcPts val="0"/>
              </a:spcAft>
              <a:buSzPts val="1050"/>
              <a:buNone/>
              <a:defRPr sz="105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Team Subtitle 2">
  <p:cSld name="4 Team Subtitle 2">
    <p:spTree>
      <p:nvGrpSpPr>
        <p:cNvPr id="669" name="Shape 669"/>
        <p:cNvGrpSpPr/>
        <p:nvPr/>
      </p:nvGrpSpPr>
      <p:grpSpPr>
        <a:xfrm>
          <a:off x="0" y="0"/>
          <a:ext cx="0" cy="0"/>
          <a:chOff x="0" y="0"/>
          <a:chExt cx="0" cy="0"/>
        </a:xfrm>
      </p:grpSpPr>
      <p:sp>
        <p:nvSpPr>
          <p:cNvPr id="670" name="Google Shape;670;p186"/>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1" name="Google Shape;671;p186"/>
          <p:cNvSpPr/>
          <p:nvPr>
            <p:ph idx="2" type="pic"/>
          </p:nvPr>
        </p:nvSpPr>
        <p:spPr>
          <a:xfrm>
            <a:off x="916202" y="1229843"/>
            <a:ext cx="1049445" cy="1049445"/>
          </a:xfrm>
          <a:prstGeom prst="ellipse">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1"/>
            </a:outerShdw>
          </a:effectLst>
        </p:spPr>
      </p:sp>
      <p:sp>
        <p:nvSpPr>
          <p:cNvPr id="672" name="Google Shape;672;p186"/>
          <p:cNvSpPr txBox="1"/>
          <p:nvPr>
            <p:ph idx="1" type="body"/>
          </p:nvPr>
        </p:nvSpPr>
        <p:spPr>
          <a:xfrm>
            <a:off x="539441" y="2442744"/>
            <a:ext cx="1802967" cy="1802414"/>
          </a:xfrm>
          <a:prstGeom prst="rect">
            <a:avLst/>
          </a:prstGeom>
          <a:noFill/>
          <a:ln>
            <a:noFill/>
          </a:ln>
        </p:spPr>
        <p:txBody>
          <a:bodyPr anchorCtr="0" anchor="t" bIns="0" lIns="0" spcFirstLastPara="1" rIns="0" wrap="square" tIns="0">
            <a:normAutofit/>
          </a:bodyPr>
          <a:lstStyle>
            <a:lvl1pPr indent="-228600" lvl="0" marL="457200" algn="ctr">
              <a:lnSpc>
                <a:spcPct val="80000"/>
              </a:lnSpc>
              <a:spcBef>
                <a:spcPts val="300"/>
              </a:spcBef>
              <a:spcAft>
                <a:spcPts val="0"/>
              </a:spcAft>
              <a:buSzPts val="1500"/>
              <a:buNone/>
              <a:defRPr sz="1500">
                <a:latin typeface="Open Sans"/>
                <a:ea typeface="Open Sans"/>
                <a:cs typeface="Open Sans"/>
                <a:sym typeface="Open Sans"/>
              </a:defRPr>
            </a:lvl1pPr>
            <a:lvl2pPr indent="-228600" lvl="1" marL="914400" algn="ctr">
              <a:lnSpc>
                <a:spcPct val="90000"/>
              </a:lnSpc>
              <a:spcBef>
                <a:spcPts val="0"/>
              </a:spcBef>
              <a:spcAft>
                <a:spcPts val="0"/>
              </a:spcAft>
              <a:buSzPts val="1050"/>
              <a:buFont typeface="Arial"/>
              <a:buNone/>
              <a:defRPr i="1" sz="1050"/>
            </a:lvl2pPr>
            <a:lvl3pPr indent="-228600" lvl="2" marL="1371600" algn="ctr">
              <a:lnSpc>
                <a:spcPct val="100000"/>
              </a:lnSpc>
              <a:spcBef>
                <a:spcPts val="600"/>
              </a:spcBef>
              <a:spcAft>
                <a:spcPts val="0"/>
              </a:spcAft>
              <a:buSzPts val="1050"/>
              <a:buNone/>
              <a:defRPr sz="105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73" name="Google Shape;673;p186"/>
          <p:cNvSpPr/>
          <p:nvPr>
            <p:ph idx="3" type="pic"/>
          </p:nvPr>
        </p:nvSpPr>
        <p:spPr>
          <a:xfrm>
            <a:off x="3019098" y="1229843"/>
            <a:ext cx="1049445" cy="1049445"/>
          </a:xfrm>
          <a:prstGeom prst="ellipse">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3"/>
            </a:outerShdw>
          </a:effectLst>
        </p:spPr>
      </p:sp>
      <p:sp>
        <p:nvSpPr>
          <p:cNvPr id="674" name="Google Shape;674;p186"/>
          <p:cNvSpPr txBox="1"/>
          <p:nvPr>
            <p:ph idx="4" type="body"/>
          </p:nvPr>
        </p:nvSpPr>
        <p:spPr>
          <a:xfrm>
            <a:off x="2642337" y="2442744"/>
            <a:ext cx="1802967" cy="1802414"/>
          </a:xfrm>
          <a:prstGeom prst="rect">
            <a:avLst/>
          </a:prstGeom>
          <a:noFill/>
          <a:ln>
            <a:noFill/>
          </a:ln>
        </p:spPr>
        <p:txBody>
          <a:bodyPr anchorCtr="0" anchor="t" bIns="0" lIns="0" spcFirstLastPara="1" rIns="0" wrap="square" tIns="0">
            <a:normAutofit/>
          </a:bodyPr>
          <a:lstStyle>
            <a:lvl1pPr indent="-228600" lvl="0" marL="457200" algn="ctr">
              <a:lnSpc>
                <a:spcPct val="80000"/>
              </a:lnSpc>
              <a:spcBef>
                <a:spcPts val="300"/>
              </a:spcBef>
              <a:spcAft>
                <a:spcPts val="0"/>
              </a:spcAft>
              <a:buSzPts val="1500"/>
              <a:buNone/>
              <a:defRPr sz="1500">
                <a:latin typeface="Open Sans"/>
                <a:ea typeface="Open Sans"/>
                <a:cs typeface="Open Sans"/>
                <a:sym typeface="Open Sans"/>
              </a:defRPr>
            </a:lvl1pPr>
            <a:lvl2pPr indent="-228600" lvl="1" marL="914400" algn="ctr">
              <a:lnSpc>
                <a:spcPct val="90000"/>
              </a:lnSpc>
              <a:spcBef>
                <a:spcPts val="0"/>
              </a:spcBef>
              <a:spcAft>
                <a:spcPts val="0"/>
              </a:spcAft>
              <a:buSzPts val="1050"/>
              <a:buFont typeface="Arial"/>
              <a:buNone/>
              <a:defRPr i="1" sz="1050"/>
            </a:lvl2pPr>
            <a:lvl3pPr indent="-228600" lvl="2" marL="1371600" algn="ctr">
              <a:lnSpc>
                <a:spcPct val="100000"/>
              </a:lnSpc>
              <a:spcBef>
                <a:spcPts val="600"/>
              </a:spcBef>
              <a:spcAft>
                <a:spcPts val="0"/>
              </a:spcAft>
              <a:buSzPts val="1050"/>
              <a:buNone/>
              <a:defRPr sz="105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75" name="Google Shape;675;p186"/>
          <p:cNvSpPr/>
          <p:nvPr>
            <p:ph idx="5" type="pic"/>
          </p:nvPr>
        </p:nvSpPr>
        <p:spPr>
          <a:xfrm>
            <a:off x="5121995" y="1229843"/>
            <a:ext cx="1049445" cy="1049445"/>
          </a:xfrm>
          <a:prstGeom prst="ellipse">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4"/>
            </a:outerShdw>
          </a:effectLst>
        </p:spPr>
      </p:sp>
      <p:sp>
        <p:nvSpPr>
          <p:cNvPr id="676" name="Google Shape;676;p186"/>
          <p:cNvSpPr txBox="1"/>
          <p:nvPr>
            <p:ph idx="6" type="body"/>
          </p:nvPr>
        </p:nvSpPr>
        <p:spPr>
          <a:xfrm>
            <a:off x="4745234" y="2442744"/>
            <a:ext cx="1802967" cy="1802414"/>
          </a:xfrm>
          <a:prstGeom prst="rect">
            <a:avLst/>
          </a:prstGeom>
          <a:noFill/>
          <a:ln>
            <a:noFill/>
          </a:ln>
        </p:spPr>
        <p:txBody>
          <a:bodyPr anchorCtr="0" anchor="t" bIns="0" lIns="0" spcFirstLastPara="1" rIns="0" wrap="square" tIns="0">
            <a:normAutofit/>
          </a:bodyPr>
          <a:lstStyle>
            <a:lvl1pPr indent="-228600" lvl="0" marL="457200" algn="ctr">
              <a:lnSpc>
                <a:spcPct val="80000"/>
              </a:lnSpc>
              <a:spcBef>
                <a:spcPts val="300"/>
              </a:spcBef>
              <a:spcAft>
                <a:spcPts val="0"/>
              </a:spcAft>
              <a:buSzPts val="1500"/>
              <a:buNone/>
              <a:defRPr sz="1500">
                <a:latin typeface="Open Sans"/>
                <a:ea typeface="Open Sans"/>
                <a:cs typeface="Open Sans"/>
                <a:sym typeface="Open Sans"/>
              </a:defRPr>
            </a:lvl1pPr>
            <a:lvl2pPr indent="-228600" lvl="1" marL="914400" algn="ctr">
              <a:lnSpc>
                <a:spcPct val="90000"/>
              </a:lnSpc>
              <a:spcBef>
                <a:spcPts val="0"/>
              </a:spcBef>
              <a:spcAft>
                <a:spcPts val="0"/>
              </a:spcAft>
              <a:buSzPts val="1050"/>
              <a:buFont typeface="Arial"/>
              <a:buNone/>
              <a:defRPr i="1" sz="1050"/>
            </a:lvl2pPr>
            <a:lvl3pPr indent="-228600" lvl="2" marL="1371600" algn="ctr">
              <a:lnSpc>
                <a:spcPct val="100000"/>
              </a:lnSpc>
              <a:spcBef>
                <a:spcPts val="600"/>
              </a:spcBef>
              <a:spcAft>
                <a:spcPts val="0"/>
              </a:spcAft>
              <a:buSzPts val="1050"/>
              <a:buNone/>
              <a:defRPr sz="105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77" name="Google Shape;677;p186"/>
          <p:cNvSpPr txBox="1"/>
          <p:nvPr>
            <p:ph idx="7" type="body"/>
          </p:nvPr>
        </p:nvSpPr>
        <p:spPr>
          <a:xfrm>
            <a:off x="685800" y="700088"/>
            <a:ext cx="7772400" cy="304800"/>
          </a:xfrm>
          <a:prstGeom prst="rect">
            <a:avLst/>
          </a:prstGeom>
          <a:noFill/>
          <a:ln>
            <a:noFill/>
          </a:ln>
        </p:spPr>
        <p:txBody>
          <a:bodyPr anchorCtr="0" anchor="t" bIns="0" lIns="0" spcFirstLastPara="1" rIns="0" wrap="square" tIns="0">
            <a:normAutofit/>
          </a:bodyPr>
          <a:lstStyle>
            <a:lvl1pPr indent="-228600" lvl="0" marL="457200" algn="ctr">
              <a:lnSpc>
                <a:spcPct val="86000"/>
              </a:lnSpc>
              <a:spcBef>
                <a:spcPts val="0"/>
              </a:spcBef>
              <a:spcAft>
                <a:spcPts val="0"/>
              </a:spcAft>
              <a:buSzPts val="1350"/>
              <a:buNone/>
              <a:defRPr sz="1350"/>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78" name="Google Shape;678;p186"/>
          <p:cNvSpPr/>
          <p:nvPr>
            <p:ph idx="8" type="pic"/>
          </p:nvPr>
        </p:nvSpPr>
        <p:spPr>
          <a:xfrm>
            <a:off x="7224892" y="1229842"/>
            <a:ext cx="1049445" cy="1049445"/>
          </a:xfrm>
          <a:prstGeom prst="ellipse">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dk2"/>
            </a:outerShdw>
          </a:effectLst>
        </p:spPr>
      </p:sp>
      <p:sp>
        <p:nvSpPr>
          <p:cNvPr id="679" name="Google Shape;679;p186"/>
          <p:cNvSpPr txBox="1"/>
          <p:nvPr>
            <p:ph idx="9" type="body"/>
          </p:nvPr>
        </p:nvSpPr>
        <p:spPr>
          <a:xfrm>
            <a:off x="6848131" y="2442744"/>
            <a:ext cx="1802967" cy="1802414"/>
          </a:xfrm>
          <a:prstGeom prst="rect">
            <a:avLst/>
          </a:prstGeom>
          <a:noFill/>
          <a:ln>
            <a:noFill/>
          </a:ln>
        </p:spPr>
        <p:txBody>
          <a:bodyPr anchorCtr="0" anchor="t" bIns="0" lIns="0" spcFirstLastPara="1" rIns="0" wrap="square" tIns="0">
            <a:normAutofit/>
          </a:bodyPr>
          <a:lstStyle>
            <a:lvl1pPr indent="-228600" lvl="0" marL="457200" algn="ctr">
              <a:lnSpc>
                <a:spcPct val="80000"/>
              </a:lnSpc>
              <a:spcBef>
                <a:spcPts val="300"/>
              </a:spcBef>
              <a:spcAft>
                <a:spcPts val="0"/>
              </a:spcAft>
              <a:buSzPts val="1500"/>
              <a:buNone/>
              <a:defRPr sz="1500">
                <a:latin typeface="Open Sans"/>
                <a:ea typeface="Open Sans"/>
                <a:cs typeface="Open Sans"/>
                <a:sym typeface="Open Sans"/>
              </a:defRPr>
            </a:lvl1pPr>
            <a:lvl2pPr indent="-228600" lvl="1" marL="914400" algn="ctr">
              <a:lnSpc>
                <a:spcPct val="90000"/>
              </a:lnSpc>
              <a:spcBef>
                <a:spcPts val="0"/>
              </a:spcBef>
              <a:spcAft>
                <a:spcPts val="0"/>
              </a:spcAft>
              <a:buSzPts val="1050"/>
              <a:buFont typeface="Arial"/>
              <a:buNone/>
              <a:defRPr i="1" sz="1050"/>
            </a:lvl2pPr>
            <a:lvl3pPr indent="-228600" lvl="2" marL="1371600" algn="ctr">
              <a:lnSpc>
                <a:spcPct val="100000"/>
              </a:lnSpc>
              <a:spcBef>
                <a:spcPts val="600"/>
              </a:spcBef>
              <a:spcAft>
                <a:spcPts val="0"/>
              </a:spcAft>
              <a:buSzPts val="1050"/>
              <a:buNone/>
              <a:defRPr sz="105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Team 2">
  <p:cSld name="4 Team 2">
    <p:spTree>
      <p:nvGrpSpPr>
        <p:cNvPr id="680" name="Shape 680"/>
        <p:cNvGrpSpPr/>
        <p:nvPr/>
      </p:nvGrpSpPr>
      <p:grpSpPr>
        <a:xfrm>
          <a:off x="0" y="0"/>
          <a:ext cx="0" cy="0"/>
          <a:chOff x="0" y="0"/>
          <a:chExt cx="0" cy="0"/>
        </a:xfrm>
      </p:grpSpPr>
      <p:sp>
        <p:nvSpPr>
          <p:cNvPr id="681" name="Google Shape;681;p187"/>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2" name="Google Shape;682;p187"/>
          <p:cNvSpPr/>
          <p:nvPr>
            <p:ph idx="2" type="pic"/>
          </p:nvPr>
        </p:nvSpPr>
        <p:spPr>
          <a:xfrm>
            <a:off x="916202" y="1229843"/>
            <a:ext cx="1049445" cy="1049445"/>
          </a:xfrm>
          <a:prstGeom prst="ellipse">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1"/>
            </a:outerShdw>
          </a:effectLst>
        </p:spPr>
      </p:sp>
      <p:sp>
        <p:nvSpPr>
          <p:cNvPr id="683" name="Google Shape;683;p187"/>
          <p:cNvSpPr txBox="1"/>
          <p:nvPr>
            <p:ph idx="1" type="body"/>
          </p:nvPr>
        </p:nvSpPr>
        <p:spPr>
          <a:xfrm>
            <a:off x="539441" y="2442744"/>
            <a:ext cx="1802967" cy="1802414"/>
          </a:xfrm>
          <a:prstGeom prst="rect">
            <a:avLst/>
          </a:prstGeom>
          <a:noFill/>
          <a:ln>
            <a:noFill/>
          </a:ln>
        </p:spPr>
        <p:txBody>
          <a:bodyPr anchorCtr="0" anchor="t" bIns="0" lIns="0" spcFirstLastPara="1" rIns="0" wrap="square" tIns="0">
            <a:normAutofit/>
          </a:bodyPr>
          <a:lstStyle>
            <a:lvl1pPr indent="-228600" lvl="0" marL="457200" algn="ctr">
              <a:lnSpc>
                <a:spcPct val="80000"/>
              </a:lnSpc>
              <a:spcBef>
                <a:spcPts val="300"/>
              </a:spcBef>
              <a:spcAft>
                <a:spcPts val="0"/>
              </a:spcAft>
              <a:buSzPts val="1500"/>
              <a:buNone/>
              <a:defRPr sz="1500">
                <a:latin typeface="Open Sans"/>
                <a:ea typeface="Open Sans"/>
                <a:cs typeface="Open Sans"/>
                <a:sym typeface="Open Sans"/>
              </a:defRPr>
            </a:lvl1pPr>
            <a:lvl2pPr indent="-228600" lvl="1" marL="914400" algn="ctr">
              <a:lnSpc>
                <a:spcPct val="90000"/>
              </a:lnSpc>
              <a:spcBef>
                <a:spcPts val="0"/>
              </a:spcBef>
              <a:spcAft>
                <a:spcPts val="0"/>
              </a:spcAft>
              <a:buSzPts val="1050"/>
              <a:buFont typeface="Arial"/>
              <a:buNone/>
              <a:defRPr i="1" sz="1050"/>
            </a:lvl2pPr>
            <a:lvl3pPr indent="-228600" lvl="2" marL="1371600" algn="ctr">
              <a:lnSpc>
                <a:spcPct val="100000"/>
              </a:lnSpc>
              <a:spcBef>
                <a:spcPts val="600"/>
              </a:spcBef>
              <a:spcAft>
                <a:spcPts val="0"/>
              </a:spcAft>
              <a:buSzPts val="1050"/>
              <a:buNone/>
              <a:defRPr sz="105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84" name="Google Shape;684;p187"/>
          <p:cNvSpPr/>
          <p:nvPr>
            <p:ph idx="3" type="pic"/>
          </p:nvPr>
        </p:nvSpPr>
        <p:spPr>
          <a:xfrm>
            <a:off x="3019098" y="1229843"/>
            <a:ext cx="1049445" cy="1049445"/>
          </a:xfrm>
          <a:prstGeom prst="ellipse">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3"/>
            </a:outerShdw>
          </a:effectLst>
        </p:spPr>
      </p:sp>
      <p:sp>
        <p:nvSpPr>
          <p:cNvPr id="685" name="Google Shape;685;p187"/>
          <p:cNvSpPr txBox="1"/>
          <p:nvPr>
            <p:ph idx="4" type="body"/>
          </p:nvPr>
        </p:nvSpPr>
        <p:spPr>
          <a:xfrm>
            <a:off x="2642337" y="2442744"/>
            <a:ext cx="1802967" cy="1802414"/>
          </a:xfrm>
          <a:prstGeom prst="rect">
            <a:avLst/>
          </a:prstGeom>
          <a:noFill/>
          <a:ln>
            <a:noFill/>
          </a:ln>
        </p:spPr>
        <p:txBody>
          <a:bodyPr anchorCtr="0" anchor="t" bIns="0" lIns="0" spcFirstLastPara="1" rIns="0" wrap="square" tIns="0">
            <a:normAutofit/>
          </a:bodyPr>
          <a:lstStyle>
            <a:lvl1pPr indent="-228600" lvl="0" marL="457200" algn="ctr">
              <a:lnSpc>
                <a:spcPct val="80000"/>
              </a:lnSpc>
              <a:spcBef>
                <a:spcPts val="300"/>
              </a:spcBef>
              <a:spcAft>
                <a:spcPts val="0"/>
              </a:spcAft>
              <a:buSzPts val="1500"/>
              <a:buNone/>
              <a:defRPr sz="1500">
                <a:latin typeface="Open Sans"/>
                <a:ea typeface="Open Sans"/>
                <a:cs typeface="Open Sans"/>
                <a:sym typeface="Open Sans"/>
              </a:defRPr>
            </a:lvl1pPr>
            <a:lvl2pPr indent="-228600" lvl="1" marL="914400" algn="ctr">
              <a:lnSpc>
                <a:spcPct val="90000"/>
              </a:lnSpc>
              <a:spcBef>
                <a:spcPts val="0"/>
              </a:spcBef>
              <a:spcAft>
                <a:spcPts val="0"/>
              </a:spcAft>
              <a:buSzPts val="1050"/>
              <a:buFont typeface="Arial"/>
              <a:buNone/>
              <a:defRPr i="1" sz="1050"/>
            </a:lvl2pPr>
            <a:lvl3pPr indent="-228600" lvl="2" marL="1371600" algn="ctr">
              <a:lnSpc>
                <a:spcPct val="100000"/>
              </a:lnSpc>
              <a:spcBef>
                <a:spcPts val="600"/>
              </a:spcBef>
              <a:spcAft>
                <a:spcPts val="0"/>
              </a:spcAft>
              <a:buSzPts val="1050"/>
              <a:buNone/>
              <a:defRPr sz="105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86" name="Google Shape;686;p187"/>
          <p:cNvSpPr/>
          <p:nvPr>
            <p:ph idx="5" type="pic"/>
          </p:nvPr>
        </p:nvSpPr>
        <p:spPr>
          <a:xfrm>
            <a:off x="5121995" y="1229843"/>
            <a:ext cx="1049445" cy="1049445"/>
          </a:xfrm>
          <a:prstGeom prst="ellipse">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accent4"/>
            </a:outerShdw>
          </a:effectLst>
        </p:spPr>
      </p:sp>
      <p:sp>
        <p:nvSpPr>
          <p:cNvPr id="687" name="Google Shape;687;p187"/>
          <p:cNvSpPr txBox="1"/>
          <p:nvPr>
            <p:ph idx="6" type="body"/>
          </p:nvPr>
        </p:nvSpPr>
        <p:spPr>
          <a:xfrm>
            <a:off x="4745234" y="2442744"/>
            <a:ext cx="1802967" cy="1802414"/>
          </a:xfrm>
          <a:prstGeom prst="rect">
            <a:avLst/>
          </a:prstGeom>
          <a:noFill/>
          <a:ln>
            <a:noFill/>
          </a:ln>
        </p:spPr>
        <p:txBody>
          <a:bodyPr anchorCtr="0" anchor="t" bIns="0" lIns="0" spcFirstLastPara="1" rIns="0" wrap="square" tIns="0">
            <a:normAutofit/>
          </a:bodyPr>
          <a:lstStyle>
            <a:lvl1pPr indent="-228600" lvl="0" marL="457200" algn="ctr">
              <a:lnSpc>
                <a:spcPct val="80000"/>
              </a:lnSpc>
              <a:spcBef>
                <a:spcPts val="300"/>
              </a:spcBef>
              <a:spcAft>
                <a:spcPts val="0"/>
              </a:spcAft>
              <a:buSzPts val="1500"/>
              <a:buNone/>
              <a:defRPr sz="1500">
                <a:latin typeface="Open Sans"/>
                <a:ea typeface="Open Sans"/>
                <a:cs typeface="Open Sans"/>
                <a:sym typeface="Open Sans"/>
              </a:defRPr>
            </a:lvl1pPr>
            <a:lvl2pPr indent="-228600" lvl="1" marL="914400" algn="ctr">
              <a:lnSpc>
                <a:spcPct val="90000"/>
              </a:lnSpc>
              <a:spcBef>
                <a:spcPts val="0"/>
              </a:spcBef>
              <a:spcAft>
                <a:spcPts val="0"/>
              </a:spcAft>
              <a:buSzPts val="1050"/>
              <a:buFont typeface="Arial"/>
              <a:buNone/>
              <a:defRPr i="1" sz="1050"/>
            </a:lvl2pPr>
            <a:lvl3pPr indent="-228600" lvl="2" marL="1371600" algn="ctr">
              <a:lnSpc>
                <a:spcPct val="100000"/>
              </a:lnSpc>
              <a:spcBef>
                <a:spcPts val="600"/>
              </a:spcBef>
              <a:spcAft>
                <a:spcPts val="0"/>
              </a:spcAft>
              <a:buSzPts val="1050"/>
              <a:buNone/>
              <a:defRPr sz="105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88" name="Google Shape;688;p187"/>
          <p:cNvSpPr/>
          <p:nvPr>
            <p:ph idx="7" type="pic"/>
          </p:nvPr>
        </p:nvSpPr>
        <p:spPr>
          <a:xfrm>
            <a:off x="7224892" y="1229842"/>
            <a:ext cx="1049445" cy="1049445"/>
          </a:xfrm>
          <a:prstGeom prst="ellipse">
            <a:avLst/>
          </a:prstGeom>
          <a:solidFill>
            <a:srgbClr val="3E3E42"/>
          </a:solidFill>
          <a:ln cap="flat" cmpd="sng" w="9525">
            <a:solidFill>
              <a:srgbClr val="151516">
                <a:alpha val="40000"/>
              </a:srgbClr>
            </a:solidFill>
            <a:prstDash val="solid"/>
            <a:round/>
            <a:headEnd len="sm" w="sm" type="none"/>
            <a:tailEnd len="sm" w="sm" type="none"/>
          </a:ln>
          <a:effectLst>
            <a:outerShdw rotWithShape="0" algn="t" dir="5400000" dist="25400">
              <a:schemeClr val="dk2"/>
            </a:outerShdw>
          </a:effectLst>
        </p:spPr>
      </p:sp>
      <p:sp>
        <p:nvSpPr>
          <p:cNvPr id="689" name="Google Shape;689;p187"/>
          <p:cNvSpPr txBox="1"/>
          <p:nvPr>
            <p:ph idx="8" type="body"/>
          </p:nvPr>
        </p:nvSpPr>
        <p:spPr>
          <a:xfrm>
            <a:off x="6848131" y="2442744"/>
            <a:ext cx="1802967" cy="1802414"/>
          </a:xfrm>
          <a:prstGeom prst="rect">
            <a:avLst/>
          </a:prstGeom>
          <a:noFill/>
          <a:ln>
            <a:noFill/>
          </a:ln>
        </p:spPr>
        <p:txBody>
          <a:bodyPr anchorCtr="0" anchor="t" bIns="0" lIns="0" spcFirstLastPara="1" rIns="0" wrap="square" tIns="0">
            <a:normAutofit/>
          </a:bodyPr>
          <a:lstStyle>
            <a:lvl1pPr indent="-228600" lvl="0" marL="457200" algn="ctr">
              <a:lnSpc>
                <a:spcPct val="80000"/>
              </a:lnSpc>
              <a:spcBef>
                <a:spcPts val="300"/>
              </a:spcBef>
              <a:spcAft>
                <a:spcPts val="0"/>
              </a:spcAft>
              <a:buSzPts val="1500"/>
              <a:buNone/>
              <a:defRPr sz="1500">
                <a:latin typeface="Open Sans"/>
                <a:ea typeface="Open Sans"/>
                <a:cs typeface="Open Sans"/>
                <a:sym typeface="Open Sans"/>
              </a:defRPr>
            </a:lvl1pPr>
            <a:lvl2pPr indent="-228600" lvl="1" marL="914400" algn="ctr">
              <a:lnSpc>
                <a:spcPct val="90000"/>
              </a:lnSpc>
              <a:spcBef>
                <a:spcPts val="0"/>
              </a:spcBef>
              <a:spcAft>
                <a:spcPts val="0"/>
              </a:spcAft>
              <a:buSzPts val="1050"/>
              <a:buFont typeface="Arial"/>
              <a:buNone/>
              <a:defRPr i="1" sz="1050"/>
            </a:lvl2pPr>
            <a:lvl3pPr indent="-228600" lvl="2" marL="1371600" algn="ctr">
              <a:lnSpc>
                <a:spcPct val="100000"/>
              </a:lnSpc>
              <a:spcBef>
                <a:spcPts val="600"/>
              </a:spcBef>
              <a:spcAft>
                <a:spcPts val="0"/>
              </a:spcAft>
              <a:buSzPts val="1050"/>
              <a:buNone/>
              <a:defRPr sz="105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Title Only">
  <p:cSld name="33_Title Only">
    <p:spTree>
      <p:nvGrpSpPr>
        <p:cNvPr id="690" name="Shape 690"/>
        <p:cNvGrpSpPr/>
        <p:nvPr/>
      </p:nvGrpSpPr>
      <p:grpSpPr>
        <a:xfrm>
          <a:off x="0" y="0"/>
          <a:ext cx="0" cy="0"/>
          <a:chOff x="0" y="0"/>
          <a:chExt cx="0" cy="0"/>
        </a:xfrm>
      </p:grpSpPr>
      <p:sp>
        <p:nvSpPr>
          <p:cNvPr id="691" name="Google Shape;691;p188"/>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algn="ctr">
              <a:lnSpc>
                <a:spcPct val="8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2" name="Google Shape;692;p188"/>
          <p:cNvSpPr/>
          <p:nvPr>
            <p:ph idx="2" type="pic"/>
          </p:nvPr>
        </p:nvSpPr>
        <p:spPr>
          <a:xfrm>
            <a:off x="685801" y="951569"/>
            <a:ext cx="1764195" cy="2651760"/>
          </a:xfrm>
          <a:prstGeom prst="rect">
            <a:avLst/>
          </a:prstGeom>
          <a:solidFill>
            <a:srgbClr val="3E3E42"/>
          </a:solidFill>
          <a:ln>
            <a:noFill/>
          </a:ln>
        </p:spPr>
      </p:sp>
      <p:sp>
        <p:nvSpPr>
          <p:cNvPr id="693" name="Google Shape;693;p188"/>
          <p:cNvSpPr/>
          <p:nvPr>
            <p:ph idx="3" type="pic"/>
          </p:nvPr>
        </p:nvSpPr>
        <p:spPr>
          <a:xfrm>
            <a:off x="4693478" y="951569"/>
            <a:ext cx="1764195" cy="2651760"/>
          </a:xfrm>
          <a:prstGeom prst="rect">
            <a:avLst/>
          </a:prstGeom>
          <a:solidFill>
            <a:srgbClr val="3E3E42"/>
          </a:solidFill>
          <a:ln>
            <a:noFill/>
          </a:ln>
        </p:spPr>
      </p:sp>
      <p:sp>
        <p:nvSpPr>
          <p:cNvPr id="694" name="Google Shape;694;p188"/>
          <p:cNvSpPr txBox="1"/>
          <p:nvPr>
            <p:ph idx="1" type="body"/>
          </p:nvPr>
        </p:nvSpPr>
        <p:spPr>
          <a:xfrm>
            <a:off x="2600782" y="951569"/>
            <a:ext cx="1859858" cy="265176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210"/>
              </a:spcBef>
              <a:spcAft>
                <a:spcPts val="0"/>
              </a:spcAft>
              <a:buSzPts val="1050"/>
              <a:buNone/>
              <a:defRPr b="1" sz="1050">
                <a:solidFill>
                  <a:schemeClr val="accent1"/>
                </a:solidFill>
                <a:latin typeface="Open Sans"/>
                <a:ea typeface="Open Sans"/>
                <a:cs typeface="Open Sans"/>
                <a:sym typeface="Open Sans"/>
              </a:defRPr>
            </a:lvl1pPr>
            <a:lvl2pPr indent="-228600" lvl="1" marL="914400" algn="l">
              <a:lnSpc>
                <a:spcPct val="100000"/>
              </a:lnSpc>
              <a:spcBef>
                <a:spcPts val="210"/>
              </a:spcBef>
              <a:spcAft>
                <a:spcPts val="0"/>
              </a:spcAft>
              <a:buSzPts val="1050"/>
              <a:buFont typeface="Open Sans Light"/>
              <a:buNone/>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95" name="Google Shape;695;p188"/>
          <p:cNvSpPr txBox="1"/>
          <p:nvPr>
            <p:ph idx="4" type="body"/>
          </p:nvPr>
        </p:nvSpPr>
        <p:spPr>
          <a:xfrm>
            <a:off x="6598342" y="951569"/>
            <a:ext cx="1859858" cy="265176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210"/>
              </a:spcBef>
              <a:spcAft>
                <a:spcPts val="0"/>
              </a:spcAft>
              <a:buSzPts val="1050"/>
              <a:buNone/>
              <a:defRPr b="1" sz="1050">
                <a:solidFill>
                  <a:schemeClr val="accent1"/>
                </a:solidFill>
                <a:latin typeface="Open Sans"/>
                <a:ea typeface="Open Sans"/>
                <a:cs typeface="Open Sans"/>
                <a:sym typeface="Open Sans"/>
              </a:defRPr>
            </a:lvl1pPr>
            <a:lvl2pPr indent="-228600" lvl="1" marL="914400" algn="l">
              <a:lnSpc>
                <a:spcPct val="100000"/>
              </a:lnSpc>
              <a:spcBef>
                <a:spcPts val="210"/>
              </a:spcBef>
              <a:spcAft>
                <a:spcPts val="0"/>
              </a:spcAft>
              <a:buSzPts val="1050"/>
              <a:buFont typeface="Open Sans Light"/>
              <a:buNone/>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96" name="Google Shape;696;p188"/>
          <p:cNvSpPr txBox="1"/>
          <p:nvPr>
            <p:ph idx="5" type="body"/>
          </p:nvPr>
        </p:nvSpPr>
        <p:spPr>
          <a:xfrm>
            <a:off x="685801" y="3735424"/>
            <a:ext cx="3774839" cy="71913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97" name="Google Shape;697;p188"/>
          <p:cNvSpPr txBox="1"/>
          <p:nvPr>
            <p:ph idx="6" type="body"/>
          </p:nvPr>
        </p:nvSpPr>
        <p:spPr>
          <a:xfrm>
            <a:off x="4693479" y="3735424"/>
            <a:ext cx="3764722" cy="71913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210"/>
              </a:spcBef>
              <a:spcAft>
                <a:spcPts val="0"/>
              </a:spcAft>
              <a:buSzPts val="1050"/>
              <a:buNone/>
              <a:defRPr sz="1050"/>
            </a:lvl1pPr>
            <a:lvl2pPr indent="-295275" lvl="1" marL="914400" algn="l">
              <a:lnSpc>
                <a:spcPct val="100000"/>
              </a:lnSpc>
              <a:spcBef>
                <a:spcPts val="210"/>
              </a:spcBef>
              <a:spcAft>
                <a:spcPts val="0"/>
              </a:spcAft>
              <a:buSzPts val="1050"/>
              <a:buFont typeface="Arial"/>
              <a:buChar char="•"/>
              <a:defRPr sz="1050"/>
            </a:lvl2pPr>
            <a:lvl3pPr indent="-295275" lvl="2" marL="1371600" algn="l">
              <a:lnSpc>
                <a:spcPct val="100000"/>
              </a:lnSpc>
              <a:spcBef>
                <a:spcPts val="210"/>
              </a:spcBef>
              <a:spcAft>
                <a:spcPts val="0"/>
              </a:spcAft>
              <a:buSzPts val="1050"/>
              <a:buChar char="•"/>
              <a:defRPr sz="1050"/>
            </a:lvl3pPr>
            <a:lvl4pPr indent="-295275" lvl="3" marL="1828800" algn="l">
              <a:lnSpc>
                <a:spcPct val="100000"/>
              </a:lnSpc>
              <a:spcBef>
                <a:spcPts val="210"/>
              </a:spcBef>
              <a:spcAft>
                <a:spcPts val="0"/>
              </a:spcAft>
              <a:buSzPts val="1050"/>
              <a:buChar char="–"/>
              <a:defRPr sz="1050"/>
            </a:lvl4pPr>
            <a:lvl5pPr indent="-295275" lvl="4" marL="2286000" algn="l">
              <a:lnSpc>
                <a:spcPct val="100000"/>
              </a:lnSpc>
              <a:spcBef>
                <a:spcPts val="210"/>
              </a:spcBef>
              <a:spcAft>
                <a:spcPts val="0"/>
              </a:spcAft>
              <a:buSzPts val="1050"/>
              <a:buChar char="»"/>
              <a:defRPr sz="10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ight Grid" showMasterSp="0">
  <p:cSld name="Eight Grid">
    <p:spTree>
      <p:nvGrpSpPr>
        <p:cNvPr id="698" name="Shape 698"/>
        <p:cNvGrpSpPr/>
        <p:nvPr/>
      </p:nvGrpSpPr>
      <p:grpSpPr>
        <a:xfrm>
          <a:off x="0" y="0"/>
          <a:ext cx="0" cy="0"/>
          <a:chOff x="0" y="0"/>
          <a:chExt cx="0" cy="0"/>
        </a:xfrm>
      </p:grpSpPr>
      <p:sp>
        <p:nvSpPr>
          <p:cNvPr id="699" name="Google Shape;699;p189"/>
          <p:cNvSpPr/>
          <p:nvPr>
            <p:ph idx="2" type="pic"/>
          </p:nvPr>
        </p:nvSpPr>
        <p:spPr>
          <a:xfrm>
            <a:off x="0" y="0"/>
            <a:ext cx="2297430" cy="2578608"/>
          </a:xfrm>
          <a:prstGeom prst="rect">
            <a:avLst/>
          </a:prstGeom>
          <a:noFill/>
          <a:ln>
            <a:noFill/>
          </a:ln>
        </p:spPr>
      </p:sp>
      <p:sp>
        <p:nvSpPr>
          <p:cNvPr id="700" name="Google Shape;700;p189"/>
          <p:cNvSpPr/>
          <p:nvPr>
            <p:ph idx="3" type="pic"/>
          </p:nvPr>
        </p:nvSpPr>
        <p:spPr>
          <a:xfrm>
            <a:off x="2286762" y="0"/>
            <a:ext cx="2297430" cy="2578608"/>
          </a:xfrm>
          <a:prstGeom prst="rect">
            <a:avLst/>
          </a:prstGeom>
          <a:noFill/>
          <a:ln>
            <a:noFill/>
          </a:ln>
        </p:spPr>
      </p:sp>
      <p:sp>
        <p:nvSpPr>
          <p:cNvPr id="701" name="Google Shape;701;p189"/>
          <p:cNvSpPr/>
          <p:nvPr>
            <p:ph idx="4" type="pic"/>
          </p:nvPr>
        </p:nvSpPr>
        <p:spPr>
          <a:xfrm>
            <a:off x="4573524" y="0"/>
            <a:ext cx="2297430" cy="2578608"/>
          </a:xfrm>
          <a:prstGeom prst="rect">
            <a:avLst/>
          </a:prstGeom>
          <a:noFill/>
          <a:ln>
            <a:noFill/>
          </a:ln>
        </p:spPr>
      </p:sp>
      <p:sp>
        <p:nvSpPr>
          <p:cNvPr id="702" name="Google Shape;702;p189"/>
          <p:cNvSpPr/>
          <p:nvPr>
            <p:ph idx="5" type="pic"/>
          </p:nvPr>
        </p:nvSpPr>
        <p:spPr>
          <a:xfrm>
            <a:off x="6860286" y="0"/>
            <a:ext cx="2297430" cy="2578608"/>
          </a:xfrm>
          <a:prstGeom prst="rect">
            <a:avLst/>
          </a:prstGeom>
          <a:noFill/>
          <a:ln>
            <a:noFill/>
          </a:ln>
        </p:spPr>
      </p:sp>
      <p:sp>
        <p:nvSpPr>
          <p:cNvPr id="703" name="Google Shape;703;p189"/>
          <p:cNvSpPr/>
          <p:nvPr>
            <p:ph idx="6" type="pic"/>
          </p:nvPr>
        </p:nvSpPr>
        <p:spPr>
          <a:xfrm>
            <a:off x="0" y="2564892"/>
            <a:ext cx="2297430" cy="2578608"/>
          </a:xfrm>
          <a:prstGeom prst="rect">
            <a:avLst/>
          </a:prstGeom>
          <a:noFill/>
          <a:ln>
            <a:noFill/>
          </a:ln>
        </p:spPr>
      </p:sp>
      <p:sp>
        <p:nvSpPr>
          <p:cNvPr id="704" name="Google Shape;704;p189"/>
          <p:cNvSpPr/>
          <p:nvPr>
            <p:ph idx="7" type="pic"/>
          </p:nvPr>
        </p:nvSpPr>
        <p:spPr>
          <a:xfrm>
            <a:off x="2286762" y="2564892"/>
            <a:ext cx="2297430" cy="2578608"/>
          </a:xfrm>
          <a:prstGeom prst="rect">
            <a:avLst/>
          </a:prstGeom>
          <a:noFill/>
          <a:ln>
            <a:noFill/>
          </a:ln>
        </p:spPr>
      </p:sp>
      <p:sp>
        <p:nvSpPr>
          <p:cNvPr id="705" name="Google Shape;705;p189"/>
          <p:cNvSpPr/>
          <p:nvPr>
            <p:ph idx="8" type="pic"/>
          </p:nvPr>
        </p:nvSpPr>
        <p:spPr>
          <a:xfrm>
            <a:off x="4573524" y="2564892"/>
            <a:ext cx="2297430" cy="2578608"/>
          </a:xfrm>
          <a:prstGeom prst="rect">
            <a:avLst/>
          </a:prstGeom>
          <a:noFill/>
          <a:ln>
            <a:noFill/>
          </a:ln>
        </p:spPr>
      </p:sp>
      <p:sp>
        <p:nvSpPr>
          <p:cNvPr id="706" name="Google Shape;706;p189"/>
          <p:cNvSpPr/>
          <p:nvPr>
            <p:ph idx="9" type="pic"/>
          </p:nvPr>
        </p:nvSpPr>
        <p:spPr>
          <a:xfrm>
            <a:off x="6860286" y="2564892"/>
            <a:ext cx="2297430" cy="2578608"/>
          </a:xfrm>
          <a:prstGeom prst="rect">
            <a:avLst/>
          </a:prstGeom>
          <a:noFill/>
          <a:ln>
            <a:noFill/>
          </a:ln>
        </p:spPr>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fteen Grid" showMasterSp="0">
  <p:cSld name="Fifteen Grid">
    <p:spTree>
      <p:nvGrpSpPr>
        <p:cNvPr id="707" name="Shape 707"/>
        <p:cNvGrpSpPr/>
        <p:nvPr/>
      </p:nvGrpSpPr>
      <p:grpSpPr>
        <a:xfrm>
          <a:off x="0" y="0"/>
          <a:ext cx="0" cy="0"/>
          <a:chOff x="0" y="0"/>
          <a:chExt cx="0" cy="0"/>
        </a:xfrm>
      </p:grpSpPr>
      <p:sp>
        <p:nvSpPr>
          <p:cNvPr id="708" name="Google Shape;708;p190"/>
          <p:cNvSpPr/>
          <p:nvPr>
            <p:ph idx="2" type="pic"/>
          </p:nvPr>
        </p:nvSpPr>
        <p:spPr>
          <a:xfrm>
            <a:off x="0" y="0"/>
            <a:ext cx="1831086" cy="1721358"/>
          </a:xfrm>
          <a:prstGeom prst="rect">
            <a:avLst/>
          </a:prstGeom>
          <a:noFill/>
          <a:ln>
            <a:noFill/>
          </a:ln>
        </p:spPr>
      </p:sp>
      <p:sp>
        <p:nvSpPr>
          <p:cNvPr id="709" name="Google Shape;709;p190"/>
          <p:cNvSpPr/>
          <p:nvPr>
            <p:ph idx="3" type="pic"/>
          </p:nvPr>
        </p:nvSpPr>
        <p:spPr>
          <a:xfrm>
            <a:off x="1828229" y="0"/>
            <a:ext cx="1831086" cy="1721358"/>
          </a:xfrm>
          <a:prstGeom prst="rect">
            <a:avLst/>
          </a:prstGeom>
          <a:noFill/>
          <a:ln>
            <a:noFill/>
          </a:ln>
        </p:spPr>
      </p:sp>
      <p:sp>
        <p:nvSpPr>
          <p:cNvPr id="710" name="Google Shape;710;p190"/>
          <p:cNvSpPr/>
          <p:nvPr>
            <p:ph idx="4" type="pic"/>
          </p:nvPr>
        </p:nvSpPr>
        <p:spPr>
          <a:xfrm>
            <a:off x="3656457" y="0"/>
            <a:ext cx="1831086" cy="1721358"/>
          </a:xfrm>
          <a:prstGeom prst="rect">
            <a:avLst/>
          </a:prstGeom>
          <a:noFill/>
          <a:ln>
            <a:noFill/>
          </a:ln>
        </p:spPr>
      </p:sp>
      <p:sp>
        <p:nvSpPr>
          <p:cNvPr id="711" name="Google Shape;711;p190"/>
          <p:cNvSpPr/>
          <p:nvPr>
            <p:ph idx="5" type="pic"/>
          </p:nvPr>
        </p:nvSpPr>
        <p:spPr>
          <a:xfrm>
            <a:off x="5484686" y="0"/>
            <a:ext cx="1831086" cy="1721358"/>
          </a:xfrm>
          <a:prstGeom prst="rect">
            <a:avLst/>
          </a:prstGeom>
          <a:noFill/>
          <a:ln>
            <a:noFill/>
          </a:ln>
        </p:spPr>
      </p:sp>
      <p:sp>
        <p:nvSpPr>
          <p:cNvPr id="712" name="Google Shape;712;p190"/>
          <p:cNvSpPr/>
          <p:nvPr>
            <p:ph idx="6" type="pic"/>
          </p:nvPr>
        </p:nvSpPr>
        <p:spPr>
          <a:xfrm>
            <a:off x="7312914" y="0"/>
            <a:ext cx="1831086" cy="1721358"/>
          </a:xfrm>
          <a:prstGeom prst="rect">
            <a:avLst/>
          </a:prstGeom>
          <a:noFill/>
          <a:ln>
            <a:noFill/>
          </a:ln>
        </p:spPr>
      </p:sp>
      <p:sp>
        <p:nvSpPr>
          <p:cNvPr id="713" name="Google Shape;713;p190"/>
          <p:cNvSpPr/>
          <p:nvPr>
            <p:ph idx="7" type="pic"/>
          </p:nvPr>
        </p:nvSpPr>
        <p:spPr>
          <a:xfrm>
            <a:off x="0" y="1711071"/>
            <a:ext cx="1831086" cy="1721358"/>
          </a:xfrm>
          <a:prstGeom prst="rect">
            <a:avLst/>
          </a:prstGeom>
          <a:noFill/>
          <a:ln>
            <a:noFill/>
          </a:ln>
        </p:spPr>
      </p:sp>
      <p:sp>
        <p:nvSpPr>
          <p:cNvPr id="714" name="Google Shape;714;p190"/>
          <p:cNvSpPr/>
          <p:nvPr>
            <p:ph idx="8" type="pic"/>
          </p:nvPr>
        </p:nvSpPr>
        <p:spPr>
          <a:xfrm>
            <a:off x="1828229" y="1711071"/>
            <a:ext cx="1831086" cy="1721358"/>
          </a:xfrm>
          <a:prstGeom prst="rect">
            <a:avLst/>
          </a:prstGeom>
          <a:noFill/>
          <a:ln>
            <a:noFill/>
          </a:ln>
        </p:spPr>
      </p:sp>
      <p:sp>
        <p:nvSpPr>
          <p:cNvPr id="715" name="Google Shape;715;p190"/>
          <p:cNvSpPr/>
          <p:nvPr>
            <p:ph idx="9" type="pic"/>
          </p:nvPr>
        </p:nvSpPr>
        <p:spPr>
          <a:xfrm>
            <a:off x="3656457" y="1711071"/>
            <a:ext cx="1831086" cy="1721358"/>
          </a:xfrm>
          <a:prstGeom prst="rect">
            <a:avLst/>
          </a:prstGeom>
          <a:noFill/>
          <a:ln>
            <a:noFill/>
          </a:ln>
        </p:spPr>
      </p:sp>
      <p:sp>
        <p:nvSpPr>
          <p:cNvPr id="716" name="Google Shape;716;p190"/>
          <p:cNvSpPr/>
          <p:nvPr>
            <p:ph idx="13" type="pic"/>
          </p:nvPr>
        </p:nvSpPr>
        <p:spPr>
          <a:xfrm>
            <a:off x="5484686" y="1711071"/>
            <a:ext cx="1831086" cy="1721358"/>
          </a:xfrm>
          <a:prstGeom prst="rect">
            <a:avLst/>
          </a:prstGeom>
          <a:noFill/>
          <a:ln>
            <a:noFill/>
          </a:ln>
        </p:spPr>
      </p:sp>
      <p:sp>
        <p:nvSpPr>
          <p:cNvPr id="717" name="Google Shape;717;p190"/>
          <p:cNvSpPr/>
          <p:nvPr>
            <p:ph idx="14" type="pic"/>
          </p:nvPr>
        </p:nvSpPr>
        <p:spPr>
          <a:xfrm>
            <a:off x="7312914" y="1711071"/>
            <a:ext cx="1831086" cy="1721358"/>
          </a:xfrm>
          <a:prstGeom prst="rect">
            <a:avLst/>
          </a:prstGeom>
          <a:noFill/>
          <a:ln>
            <a:noFill/>
          </a:ln>
        </p:spPr>
      </p:sp>
      <p:sp>
        <p:nvSpPr>
          <p:cNvPr id="718" name="Google Shape;718;p190"/>
          <p:cNvSpPr/>
          <p:nvPr>
            <p:ph idx="15" type="pic"/>
          </p:nvPr>
        </p:nvSpPr>
        <p:spPr>
          <a:xfrm>
            <a:off x="0" y="3422142"/>
            <a:ext cx="1831086" cy="1721358"/>
          </a:xfrm>
          <a:prstGeom prst="rect">
            <a:avLst/>
          </a:prstGeom>
          <a:noFill/>
          <a:ln>
            <a:noFill/>
          </a:ln>
        </p:spPr>
      </p:sp>
      <p:sp>
        <p:nvSpPr>
          <p:cNvPr id="719" name="Google Shape;719;p190"/>
          <p:cNvSpPr/>
          <p:nvPr>
            <p:ph idx="16" type="pic"/>
          </p:nvPr>
        </p:nvSpPr>
        <p:spPr>
          <a:xfrm>
            <a:off x="1828229" y="3422142"/>
            <a:ext cx="1831086" cy="1721358"/>
          </a:xfrm>
          <a:prstGeom prst="rect">
            <a:avLst/>
          </a:prstGeom>
          <a:noFill/>
          <a:ln>
            <a:noFill/>
          </a:ln>
        </p:spPr>
      </p:sp>
      <p:sp>
        <p:nvSpPr>
          <p:cNvPr id="720" name="Google Shape;720;p190"/>
          <p:cNvSpPr/>
          <p:nvPr>
            <p:ph idx="17" type="pic"/>
          </p:nvPr>
        </p:nvSpPr>
        <p:spPr>
          <a:xfrm>
            <a:off x="3656457" y="3422142"/>
            <a:ext cx="1831086" cy="1721358"/>
          </a:xfrm>
          <a:prstGeom prst="rect">
            <a:avLst/>
          </a:prstGeom>
          <a:noFill/>
          <a:ln>
            <a:noFill/>
          </a:ln>
        </p:spPr>
      </p:sp>
      <p:sp>
        <p:nvSpPr>
          <p:cNvPr id="721" name="Google Shape;721;p190"/>
          <p:cNvSpPr/>
          <p:nvPr>
            <p:ph idx="18" type="pic"/>
          </p:nvPr>
        </p:nvSpPr>
        <p:spPr>
          <a:xfrm>
            <a:off x="5484686" y="3422142"/>
            <a:ext cx="1831086" cy="1721358"/>
          </a:xfrm>
          <a:prstGeom prst="rect">
            <a:avLst/>
          </a:prstGeom>
          <a:noFill/>
          <a:ln>
            <a:noFill/>
          </a:ln>
        </p:spPr>
      </p:sp>
      <p:sp>
        <p:nvSpPr>
          <p:cNvPr id="722" name="Google Shape;722;p190"/>
          <p:cNvSpPr/>
          <p:nvPr>
            <p:ph idx="19" type="pic"/>
          </p:nvPr>
        </p:nvSpPr>
        <p:spPr>
          <a:xfrm>
            <a:off x="7312914" y="3422142"/>
            <a:ext cx="1831086" cy="1721358"/>
          </a:xfrm>
          <a:prstGeom prst="rect">
            <a:avLst/>
          </a:prstGeom>
          <a:noFill/>
          <a:ln>
            <a:noFill/>
          </a:ln>
        </p:spPr>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Grid" showMasterSp="0">
  <p:cSld name="24 Grid">
    <p:spTree>
      <p:nvGrpSpPr>
        <p:cNvPr id="723" name="Shape 723"/>
        <p:cNvGrpSpPr/>
        <p:nvPr/>
      </p:nvGrpSpPr>
      <p:grpSpPr>
        <a:xfrm>
          <a:off x="0" y="0"/>
          <a:ext cx="0" cy="0"/>
          <a:chOff x="0" y="0"/>
          <a:chExt cx="0" cy="0"/>
        </a:xfrm>
      </p:grpSpPr>
      <p:sp>
        <p:nvSpPr>
          <p:cNvPr id="724" name="Google Shape;724;p191"/>
          <p:cNvSpPr/>
          <p:nvPr>
            <p:ph idx="2" type="pic"/>
          </p:nvPr>
        </p:nvSpPr>
        <p:spPr>
          <a:xfrm>
            <a:off x="0" y="0"/>
            <a:ext cx="1536192" cy="1296162"/>
          </a:xfrm>
          <a:prstGeom prst="rect">
            <a:avLst/>
          </a:prstGeom>
          <a:noFill/>
          <a:ln>
            <a:noFill/>
          </a:ln>
        </p:spPr>
      </p:sp>
      <p:sp>
        <p:nvSpPr>
          <p:cNvPr id="725" name="Google Shape;725;p191"/>
          <p:cNvSpPr/>
          <p:nvPr>
            <p:ph idx="3" type="pic"/>
          </p:nvPr>
        </p:nvSpPr>
        <p:spPr>
          <a:xfrm>
            <a:off x="1521562" y="0"/>
            <a:ext cx="1536192" cy="1296162"/>
          </a:xfrm>
          <a:prstGeom prst="rect">
            <a:avLst/>
          </a:prstGeom>
          <a:noFill/>
          <a:ln>
            <a:noFill/>
          </a:ln>
        </p:spPr>
      </p:sp>
      <p:sp>
        <p:nvSpPr>
          <p:cNvPr id="726" name="Google Shape;726;p191"/>
          <p:cNvSpPr/>
          <p:nvPr>
            <p:ph idx="4" type="pic"/>
          </p:nvPr>
        </p:nvSpPr>
        <p:spPr>
          <a:xfrm>
            <a:off x="3043124" y="0"/>
            <a:ext cx="1536192" cy="1296162"/>
          </a:xfrm>
          <a:prstGeom prst="rect">
            <a:avLst/>
          </a:prstGeom>
          <a:noFill/>
          <a:ln>
            <a:noFill/>
          </a:ln>
        </p:spPr>
      </p:sp>
      <p:sp>
        <p:nvSpPr>
          <p:cNvPr id="727" name="Google Shape;727;p191"/>
          <p:cNvSpPr/>
          <p:nvPr>
            <p:ph idx="5" type="pic"/>
          </p:nvPr>
        </p:nvSpPr>
        <p:spPr>
          <a:xfrm>
            <a:off x="4564685" y="0"/>
            <a:ext cx="1536192" cy="1296162"/>
          </a:xfrm>
          <a:prstGeom prst="rect">
            <a:avLst/>
          </a:prstGeom>
          <a:noFill/>
          <a:ln>
            <a:noFill/>
          </a:ln>
        </p:spPr>
      </p:sp>
      <p:sp>
        <p:nvSpPr>
          <p:cNvPr id="728" name="Google Shape;728;p191"/>
          <p:cNvSpPr/>
          <p:nvPr>
            <p:ph idx="6" type="pic"/>
          </p:nvPr>
        </p:nvSpPr>
        <p:spPr>
          <a:xfrm>
            <a:off x="7607808" y="0"/>
            <a:ext cx="1536192" cy="1296162"/>
          </a:xfrm>
          <a:prstGeom prst="rect">
            <a:avLst/>
          </a:prstGeom>
          <a:noFill/>
          <a:ln>
            <a:noFill/>
          </a:ln>
        </p:spPr>
      </p:sp>
      <p:sp>
        <p:nvSpPr>
          <p:cNvPr id="729" name="Google Shape;729;p191"/>
          <p:cNvSpPr/>
          <p:nvPr>
            <p:ph idx="7" type="pic"/>
          </p:nvPr>
        </p:nvSpPr>
        <p:spPr>
          <a:xfrm>
            <a:off x="6086247" y="0"/>
            <a:ext cx="1536192" cy="1296162"/>
          </a:xfrm>
          <a:prstGeom prst="rect">
            <a:avLst/>
          </a:prstGeom>
          <a:noFill/>
          <a:ln>
            <a:noFill/>
          </a:ln>
        </p:spPr>
      </p:sp>
      <p:sp>
        <p:nvSpPr>
          <p:cNvPr id="730" name="Google Shape;730;p191"/>
          <p:cNvSpPr/>
          <p:nvPr>
            <p:ph idx="8" type="pic"/>
          </p:nvPr>
        </p:nvSpPr>
        <p:spPr>
          <a:xfrm>
            <a:off x="0" y="1282446"/>
            <a:ext cx="1536192" cy="1296162"/>
          </a:xfrm>
          <a:prstGeom prst="rect">
            <a:avLst/>
          </a:prstGeom>
          <a:noFill/>
          <a:ln>
            <a:noFill/>
          </a:ln>
        </p:spPr>
      </p:sp>
      <p:sp>
        <p:nvSpPr>
          <p:cNvPr id="731" name="Google Shape;731;p191"/>
          <p:cNvSpPr/>
          <p:nvPr>
            <p:ph idx="9" type="pic"/>
          </p:nvPr>
        </p:nvSpPr>
        <p:spPr>
          <a:xfrm>
            <a:off x="1521562" y="1282446"/>
            <a:ext cx="1536192" cy="1296162"/>
          </a:xfrm>
          <a:prstGeom prst="rect">
            <a:avLst/>
          </a:prstGeom>
          <a:noFill/>
          <a:ln>
            <a:noFill/>
          </a:ln>
        </p:spPr>
      </p:sp>
      <p:sp>
        <p:nvSpPr>
          <p:cNvPr id="732" name="Google Shape;732;p191"/>
          <p:cNvSpPr/>
          <p:nvPr>
            <p:ph idx="13" type="pic"/>
          </p:nvPr>
        </p:nvSpPr>
        <p:spPr>
          <a:xfrm>
            <a:off x="3043124" y="1282446"/>
            <a:ext cx="1536192" cy="1296162"/>
          </a:xfrm>
          <a:prstGeom prst="rect">
            <a:avLst/>
          </a:prstGeom>
          <a:noFill/>
          <a:ln>
            <a:noFill/>
          </a:ln>
        </p:spPr>
      </p:sp>
      <p:sp>
        <p:nvSpPr>
          <p:cNvPr id="733" name="Google Shape;733;p191"/>
          <p:cNvSpPr/>
          <p:nvPr>
            <p:ph idx="14" type="pic"/>
          </p:nvPr>
        </p:nvSpPr>
        <p:spPr>
          <a:xfrm>
            <a:off x="4564685" y="1282446"/>
            <a:ext cx="1536192" cy="1296162"/>
          </a:xfrm>
          <a:prstGeom prst="rect">
            <a:avLst/>
          </a:prstGeom>
          <a:noFill/>
          <a:ln>
            <a:noFill/>
          </a:ln>
        </p:spPr>
      </p:sp>
      <p:sp>
        <p:nvSpPr>
          <p:cNvPr id="734" name="Google Shape;734;p191"/>
          <p:cNvSpPr/>
          <p:nvPr>
            <p:ph idx="15" type="pic"/>
          </p:nvPr>
        </p:nvSpPr>
        <p:spPr>
          <a:xfrm>
            <a:off x="7607808" y="1282446"/>
            <a:ext cx="1536192" cy="1296162"/>
          </a:xfrm>
          <a:prstGeom prst="rect">
            <a:avLst/>
          </a:prstGeom>
          <a:noFill/>
          <a:ln>
            <a:noFill/>
          </a:ln>
        </p:spPr>
      </p:sp>
      <p:sp>
        <p:nvSpPr>
          <p:cNvPr id="735" name="Google Shape;735;p191"/>
          <p:cNvSpPr/>
          <p:nvPr>
            <p:ph idx="16" type="pic"/>
          </p:nvPr>
        </p:nvSpPr>
        <p:spPr>
          <a:xfrm>
            <a:off x="6086247" y="1282446"/>
            <a:ext cx="1536192" cy="1296162"/>
          </a:xfrm>
          <a:prstGeom prst="rect">
            <a:avLst/>
          </a:prstGeom>
          <a:noFill/>
          <a:ln>
            <a:noFill/>
          </a:ln>
        </p:spPr>
      </p:sp>
      <p:sp>
        <p:nvSpPr>
          <p:cNvPr id="736" name="Google Shape;736;p191"/>
          <p:cNvSpPr/>
          <p:nvPr>
            <p:ph idx="17" type="pic"/>
          </p:nvPr>
        </p:nvSpPr>
        <p:spPr>
          <a:xfrm>
            <a:off x="0" y="2564892"/>
            <a:ext cx="1536192" cy="1296162"/>
          </a:xfrm>
          <a:prstGeom prst="rect">
            <a:avLst/>
          </a:prstGeom>
          <a:noFill/>
          <a:ln>
            <a:noFill/>
          </a:ln>
        </p:spPr>
      </p:sp>
      <p:sp>
        <p:nvSpPr>
          <p:cNvPr id="737" name="Google Shape;737;p191"/>
          <p:cNvSpPr/>
          <p:nvPr>
            <p:ph idx="18" type="pic"/>
          </p:nvPr>
        </p:nvSpPr>
        <p:spPr>
          <a:xfrm>
            <a:off x="1521562" y="2564892"/>
            <a:ext cx="1536192" cy="1296162"/>
          </a:xfrm>
          <a:prstGeom prst="rect">
            <a:avLst/>
          </a:prstGeom>
          <a:noFill/>
          <a:ln>
            <a:noFill/>
          </a:ln>
        </p:spPr>
      </p:sp>
      <p:sp>
        <p:nvSpPr>
          <p:cNvPr id="738" name="Google Shape;738;p191"/>
          <p:cNvSpPr/>
          <p:nvPr>
            <p:ph idx="19" type="pic"/>
          </p:nvPr>
        </p:nvSpPr>
        <p:spPr>
          <a:xfrm>
            <a:off x="3043124" y="2564892"/>
            <a:ext cx="1536192" cy="1296162"/>
          </a:xfrm>
          <a:prstGeom prst="rect">
            <a:avLst/>
          </a:prstGeom>
          <a:noFill/>
          <a:ln>
            <a:noFill/>
          </a:ln>
        </p:spPr>
      </p:sp>
      <p:sp>
        <p:nvSpPr>
          <p:cNvPr id="739" name="Google Shape;739;p191"/>
          <p:cNvSpPr/>
          <p:nvPr>
            <p:ph idx="20" type="pic"/>
          </p:nvPr>
        </p:nvSpPr>
        <p:spPr>
          <a:xfrm>
            <a:off x="4564685" y="2564892"/>
            <a:ext cx="1536192" cy="1296162"/>
          </a:xfrm>
          <a:prstGeom prst="rect">
            <a:avLst/>
          </a:prstGeom>
          <a:noFill/>
          <a:ln>
            <a:noFill/>
          </a:ln>
        </p:spPr>
      </p:sp>
      <p:sp>
        <p:nvSpPr>
          <p:cNvPr id="740" name="Google Shape;740;p191"/>
          <p:cNvSpPr/>
          <p:nvPr>
            <p:ph idx="21" type="pic"/>
          </p:nvPr>
        </p:nvSpPr>
        <p:spPr>
          <a:xfrm>
            <a:off x="7607808" y="2564892"/>
            <a:ext cx="1536192" cy="1296162"/>
          </a:xfrm>
          <a:prstGeom prst="rect">
            <a:avLst/>
          </a:prstGeom>
          <a:noFill/>
          <a:ln>
            <a:noFill/>
          </a:ln>
        </p:spPr>
      </p:sp>
      <p:sp>
        <p:nvSpPr>
          <p:cNvPr id="741" name="Google Shape;741;p191"/>
          <p:cNvSpPr/>
          <p:nvPr>
            <p:ph idx="22" type="pic"/>
          </p:nvPr>
        </p:nvSpPr>
        <p:spPr>
          <a:xfrm>
            <a:off x="6086247" y="2564892"/>
            <a:ext cx="1536192" cy="1296162"/>
          </a:xfrm>
          <a:prstGeom prst="rect">
            <a:avLst/>
          </a:prstGeom>
          <a:noFill/>
          <a:ln>
            <a:noFill/>
          </a:ln>
        </p:spPr>
      </p:sp>
      <p:sp>
        <p:nvSpPr>
          <p:cNvPr id="742" name="Google Shape;742;p191"/>
          <p:cNvSpPr/>
          <p:nvPr>
            <p:ph idx="23" type="pic"/>
          </p:nvPr>
        </p:nvSpPr>
        <p:spPr>
          <a:xfrm>
            <a:off x="0" y="3847338"/>
            <a:ext cx="1536192" cy="1296162"/>
          </a:xfrm>
          <a:prstGeom prst="rect">
            <a:avLst/>
          </a:prstGeom>
          <a:noFill/>
          <a:ln>
            <a:noFill/>
          </a:ln>
        </p:spPr>
      </p:sp>
      <p:sp>
        <p:nvSpPr>
          <p:cNvPr id="743" name="Google Shape;743;p191"/>
          <p:cNvSpPr/>
          <p:nvPr>
            <p:ph idx="24" type="pic"/>
          </p:nvPr>
        </p:nvSpPr>
        <p:spPr>
          <a:xfrm>
            <a:off x="1521562" y="3847338"/>
            <a:ext cx="1536192" cy="1296162"/>
          </a:xfrm>
          <a:prstGeom prst="rect">
            <a:avLst/>
          </a:prstGeom>
          <a:noFill/>
          <a:ln>
            <a:noFill/>
          </a:ln>
        </p:spPr>
      </p:sp>
      <p:sp>
        <p:nvSpPr>
          <p:cNvPr id="744" name="Google Shape;744;p191"/>
          <p:cNvSpPr/>
          <p:nvPr>
            <p:ph idx="25" type="pic"/>
          </p:nvPr>
        </p:nvSpPr>
        <p:spPr>
          <a:xfrm>
            <a:off x="3043124" y="3847338"/>
            <a:ext cx="1536192" cy="1296162"/>
          </a:xfrm>
          <a:prstGeom prst="rect">
            <a:avLst/>
          </a:prstGeom>
          <a:noFill/>
          <a:ln>
            <a:noFill/>
          </a:ln>
        </p:spPr>
      </p:sp>
      <p:sp>
        <p:nvSpPr>
          <p:cNvPr id="745" name="Google Shape;745;p191"/>
          <p:cNvSpPr/>
          <p:nvPr>
            <p:ph idx="26" type="pic"/>
          </p:nvPr>
        </p:nvSpPr>
        <p:spPr>
          <a:xfrm>
            <a:off x="4564685" y="3847338"/>
            <a:ext cx="1536192" cy="1296162"/>
          </a:xfrm>
          <a:prstGeom prst="rect">
            <a:avLst/>
          </a:prstGeom>
          <a:noFill/>
          <a:ln>
            <a:noFill/>
          </a:ln>
        </p:spPr>
      </p:sp>
      <p:sp>
        <p:nvSpPr>
          <p:cNvPr id="746" name="Google Shape;746;p191"/>
          <p:cNvSpPr/>
          <p:nvPr>
            <p:ph idx="27" type="pic"/>
          </p:nvPr>
        </p:nvSpPr>
        <p:spPr>
          <a:xfrm>
            <a:off x="7607808" y="3847338"/>
            <a:ext cx="1536192" cy="1296162"/>
          </a:xfrm>
          <a:prstGeom prst="rect">
            <a:avLst/>
          </a:prstGeom>
          <a:noFill/>
          <a:ln>
            <a:noFill/>
          </a:ln>
        </p:spPr>
      </p:sp>
      <p:sp>
        <p:nvSpPr>
          <p:cNvPr id="747" name="Google Shape;747;p191"/>
          <p:cNvSpPr/>
          <p:nvPr>
            <p:ph idx="28" type="pic"/>
          </p:nvPr>
        </p:nvSpPr>
        <p:spPr>
          <a:xfrm>
            <a:off x="6086247" y="3847338"/>
            <a:ext cx="1536192" cy="1296162"/>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2.xml"/><Relationship Id="rId42" Type="http://schemas.openxmlformats.org/officeDocument/2006/relationships/slideLayout" Target="../slideLayouts/slideLayout54.xml"/><Relationship Id="rId41" Type="http://schemas.openxmlformats.org/officeDocument/2006/relationships/slideLayout" Target="../slideLayouts/slideLayout53.xml"/><Relationship Id="rId44" Type="http://schemas.openxmlformats.org/officeDocument/2006/relationships/slideLayout" Target="../slideLayouts/slideLayout56.xml"/><Relationship Id="rId43" Type="http://schemas.openxmlformats.org/officeDocument/2006/relationships/slideLayout" Target="../slideLayouts/slideLayout55.xml"/><Relationship Id="rId46" Type="http://schemas.openxmlformats.org/officeDocument/2006/relationships/slideLayout" Target="../slideLayouts/slideLayout58.xml"/><Relationship Id="rId45" Type="http://schemas.openxmlformats.org/officeDocument/2006/relationships/slideLayout" Target="../slideLayouts/slideLayout57.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48" Type="http://schemas.openxmlformats.org/officeDocument/2006/relationships/slideLayout" Target="../slideLayouts/slideLayout60.xml"/><Relationship Id="rId47" Type="http://schemas.openxmlformats.org/officeDocument/2006/relationships/slideLayout" Target="../slideLayouts/slideLayout59.xml"/><Relationship Id="rId49" Type="http://schemas.openxmlformats.org/officeDocument/2006/relationships/slideLayout" Target="../slideLayouts/slideLayout6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73" Type="http://schemas.openxmlformats.org/officeDocument/2006/relationships/slideLayout" Target="../slideLayouts/slideLayout85.xml"/><Relationship Id="rId72" Type="http://schemas.openxmlformats.org/officeDocument/2006/relationships/slideLayout" Target="../slideLayouts/slideLayout84.xml"/><Relationship Id="rId31" Type="http://schemas.openxmlformats.org/officeDocument/2006/relationships/slideLayout" Target="../slideLayouts/slideLayout43.xml"/><Relationship Id="rId75" Type="http://schemas.openxmlformats.org/officeDocument/2006/relationships/slideLayout" Target="../slideLayouts/slideLayout87.xml"/><Relationship Id="rId30" Type="http://schemas.openxmlformats.org/officeDocument/2006/relationships/slideLayout" Target="../slideLayouts/slideLayout42.xml"/><Relationship Id="rId74" Type="http://schemas.openxmlformats.org/officeDocument/2006/relationships/slideLayout" Target="../slideLayouts/slideLayout86.xml"/><Relationship Id="rId33" Type="http://schemas.openxmlformats.org/officeDocument/2006/relationships/slideLayout" Target="../slideLayouts/slideLayout45.xml"/><Relationship Id="rId77" Type="http://schemas.openxmlformats.org/officeDocument/2006/relationships/slideLayout" Target="../slideLayouts/slideLayout89.xml"/><Relationship Id="rId32" Type="http://schemas.openxmlformats.org/officeDocument/2006/relationships/slideLayout" Target="../slideLayouts/slideLayout44.xml"/><Relationship Id="rId76" Type="http://schemas.openxmlformats.org/officeDocument/2006/relationships/slideLayout" Target="../slideLayouts/slideLayout88.xml"/><Relationship Id="rId35" Type="http://schemas.openxmlformats.org/officeDocument/2006/relationships/slideLayout" Target="../slideLayouts/slideLayout47.xml"/><Relationship Id="rId34" Type="http://schemas.openxmlformats.org/officeDocument/2006/relationships/slideLayout" Target="../slideLayouts/slideLayout46.xml"/><Relationship Id="rId78" Type="http://schemas.openxmlformats.org/officeDocument/2006/relationships/theme" Target="../theme/theme1.xml"/><Relationship Id="rId71" Type="http://schemas.openxmlformats.org/officeDocument/2006/relationships/slideLayout" Target="../slideLayouts/slideLayout83.xml"/><Relationship Id="rId70" Type="http://schemas.openxmlformats.org/officeDocument/2006/relationships/slideLayout" Target="../slideLayouts/slideLayout82.xml"/><Relationship Id="rId37" Type="http://schemas.openxmlformats.org/officeDocument/2006/relationships/slideLayout" Target="../slideLayouts/slideLayout49.xml"/><Relationship Id="rId36" Type="http://schemas.openxmlformats.org/officeDocument/2006/relationships/slideLayout" Target="../slideLayouts/slideLayout48.xml"/><Relationship Id="rId39" Type="http://schemas.openxmlformats.org/officeDocument/2006/relationships/slideLayout" Target="../slideLayouts/slideLayout51.xml"/><Relationship Id="rId38" Type="http://schemas.openxmlformats.org/officeDocument/2006/relationships/slideLayout" Target="../slideLayouts/slideLayout50.xml"/><Relationship Id="rId62" Type="http://schemas.openxmlformats.org/officeDocument/2006/relationships/slideLayout" Target="../slideLayouts/slideLayout74.xml"/><Relationship Id="rId61" Type="http://schemas.openxmlformats.org/officeDocument/2006/relationships/slideLayout" Target="../slideLayouts/slideLayout73.xml"/><Relationship Id="rId20" Type="http://schemas.openxmlformats.org/officeDocument/2006/relationships/slideLayout" Target="../slideLayouts/slideLayout32.xml"/><Relationship Id="rId64" Type="http://schemas.openxmlformats.org/officeDocument/2006/relationships/slideLayout" Target="../slideLayouts/slideLayout76.xml"/><Relationship Id="rId63" Type="http://schemas.openxmlformats.org/officeDocument/2006/relationships/slideLayout" Target="../slideLayouts/slideLayout75.xml"/><Relationship Id="rId22" Type="http://schemas.openxmlformats.org/officeDocument/2006/relationships/slideLayout" Target="../slideLayouts/slideLayout34.xml"/><Relationship Id="rId66" Type="http://schemas.openxmlformats.org/officeDocument/2006/relationships/slideLayout" Target="../slideLayouts/slideLayout78.xml"/><Relationship Id="rId21" Type="http://schemas.openxmlformats.org/officeDocument/2006/relationships/slideLayout" Target="../slideLayouts/slideLayout33.xml"/><Relationship Id="rId65" Type="http://schemas.openxmlformats.org/officeDocument/2006/relationships/slideLayout" Target="../slideLayouts/slideLayout77.xml"/><Relationship Id="rId24" Type="http://schemas.openxmlformats.org/officeDocument/2006/relationships/slideLayout" Target="../slideLayouts/slideLayout36.xml"/><Relationship Id="rId68" Type="http://schemas.openxmlformats.org/officeDocument/2006/relationships/slideLayout" Target="../slideLayouts/slideLayout80.xml"/><Relationship Id="rId23" Type="http://schemas.openxmlformats.org/officeDocument/2006/relationships/slideLayout" Target="../slideLayouts/slideLayout35.xml"/><Relationship Id="rId67" Type="http://schemas.openxmlformats.org/officeDocument/2006/relationships/slideLayout" Target="../slideLayouts/slideLayout79.xml"/><Relationship Id="rId60" Type="http://schemas.openxmlformats.org/officeDocument/2006/relationships/slideLayout" Target="../slideLayouts/slideLayout72.xml"/><Relationship Id="rId26" Type="http://schemas.openxmlformats.org/officeDocument/2006/relationships/slideLayout" Target="../slideLayouts/slideLayout38.xml"/><Relationship Id="rId25" Type="http://schemas.openxmlformats.org/officeDocument/2006/relationships/slideLayout" Target="../slideLayouts/slideLayout37.xml"/><Relationship Id="rId69" Type="http://schemas.openxmlformats.org/officeDocument/2006/relationships/slideLayout" Target="../slideLayouts/slideLayout81.xml"/><Relationship Id="rId28" Type="http://schemas.openxmlformats.org/officeDocument/2006/relationships/slideLayout" Target="../slideLayouts/slideLayout40.xml"/><Relationship Id="rId27" Type="http://schemas.openxmlformats.org/officeDocument/2006/relationships/slideLayout" Target="../slideLayouts/slideLayout39.xml"/><Relationship Id="rId29" Type="http://schemas.openxmlformats.org/officeDocument/2006/relationships/slideLayout" Target="../slideLayouts/slideLayout41.xml"/><Relationship Id="rId51" Type="http://schemas.openxmlformats.org/officeDocument/2006/relationships/slideLayout" Target="../slideLayouts/slideLayout63.xml"/><Relationship Id="rId50" Type="http://schemas.openxmlformats.org/officeDocument/2006/relationships/slideLayout" Target="../slideLayouts/slideLayout62.xml"/><Relationship Id="rId53" Type="http://schemas.openxmlformats.org/officeDocument/2006/relationships/slideLayout" Target="../slideLayouts/slideLayout65.xml"/><Relationship Id="rId52" Type="http://schemas.openxmlformats.org/officeDocument/2006/relationships/slideLayout" Target="../slideLayouts/slideLayout64.xml"/><Relationship Id="rId11" Type="http://schemas.openxmlformats.org/officeDocument/2006/relationships/slideLayout" Target="../slideLayouts/slideLayout23.xml"/><Relationship Id="rId55" Type="http://schemas.openxmlformats.org/officeDocument/2006/relationships/slideLayout" Target="../slideLayouts/slideLayout67.xml"/><Relationship Id="rId10" Type="http://schemas.openxmlformats.org/officeDocument/2006/relationships/slideLayout" Target="../slideLayouts/slideLayout22.xml"/><Relationship Id="rId54" Type="http://schemas.openxmlformats.org/officeDocument/2006/relationships/slideLayout" Target="../slideLayouts/slideLayout66.xml"/><Relationship Id="rId13" Type="http://schemas.openxmlformats.org/officeDocument/2006/relationships/slideLayout" Target="../slideLayouts/slideLayout25.xml"/><Relationship Id="rId57" Type="http://schemas.openxmlformats.org/officeDocument/2006/relationships/slideLayout" Target="../slideLayouts/slideLayout69.xml"/><Relationship Id="rId12" Type="http://schemas.openxmlformats.org/officeDocument/2006/relationships/slideLayout" Target="../slideLayouts/slideLayout24.xml"/><Relationship Id="rId56" Type="http://schemas.openxmlformats.org/officeDocument/2006/relationships/slideLayout" Target="../slideLayouts/slideLayout68.xml"/><Relationship Id="rId15" Type="http://schemas.openxmlformats.org/officeDocument/2006/relationships/slideLayout" Target="../slideLayouts/slideLayout27.xml"/><Relationship Id="rId59" Type="http://schemas.openxmlformats.org/officeDocument/2006/relationships/slideLayout" Target="../slideLayouts/slideLayout71.xml"/><Relationship Id="rId14" Type="http://schemas.openxmlformats.org/officeDocument/2006/relationships/slideLayout" Target="../slideLayouts/slideLayout26.xml"/><Relationship Id="rId58" Type="http://schemas.openxmlformats.org/officeDocument/2006/relationships/slideLayout" Target="../slideLayouts/slideLayout70.xml"/><Relationship Id="rId17" Type="http://schemas.openxmlformats.org/officeDocument/2006/relationships/slideLayout" Target="../slideLayouts/slideLayout29.xml"/><Relationship Id="rId16" Type="http://schemas.openxmlformats.org/officeDocument/2006/relationships/slideLayout" Target="../slideLayouts/slideLayout28.xml"/><Relationship Id="rId19" Type="http://schemas.openxmlformats.org/officeDocument/2006/relationships/slideLayout" Target="../slideLayouts/slideLayout31.xml"/><Relationship Id="rId1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628650" y="274638"/>
            <a:ext cx="7886700" cy="993775"/>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Arial"/>
                <a:ea typeface="Arial"/>
                <a:cs typeface="Arial"/>
                <a:sym typeface="Arial"/>
              </a:defRPr>
            </a:lvl1pPr>
            <a:lvl2pPr lvl="1"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Arial"/>
                <a:ea typeface="Arial"/>
                <a:cs typeface="Arial"/>
                <a:sym typeface="Arial"/>
              </a:defRPr>
            </a:lvl2pPr>
            <a:lvl3pPr lvl="2"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Arial"/>
                <a:ea typeface="Arial"/>
                <a:cs typeface="Arial"/>
                <a:sym typeface="Arial"/>
              </a:defRPr>
            </a:lvl3pPr>
            <a:lvl4pPr lvl="3"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Arial"/>
                <a:ea typeface="Arial"/>
                <a:cs typeface="Arial"/>
                <a:sym typeface="Arial"/>
              </a:defRPr>
            </a:lvl4pPr>
            <a:lvl5pPr lvl="4"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Arial"/>
                <a:ea typeface="Arial"/>
                <a:cs typeface="Arial"/>
                <a:sym typeface="Arial"/>
              </a:defRPr>
            </a:lvl5pPr>
            <a:lvl6pPr lvl="5"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9pPr>
          </a:lstStyle>
          <a:p/>
        </p:txBody>
      </p:sp>
      <p:sp>
        <p:nvSpPr>
          <p:cNvPr id="11" name="Google Shape;11;p24"/>
          <p:cNvSpPr txBox="1"/>
          <p:nvPr>
            <p:ph idx="1" type="body"/>
          </p:nvPr>
        </p:nvSpPr>
        <p:spPr>
          <a:xfrm>
            <a:off x="628650" y="1370013"/>
            <a:ext cx="7886700" cy="3262312"/>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1150" lvl="3" marL="18288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Arial"/>
                <a:ea typeface="Arial"/>
                <a:cs typeface="Arial"/>
                <a:sym typeface="Arial"/>
              </a:defRPr>
            </a:lvl4pPr>
            <a:lvl5pPr indent="-311150" lvl="4" marL="22860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12" name="Google Shape;12;p24"/>
          <p:cNvSpPr txBox="1"/>
          <p:nvPr>
            <p:ph idx="10" type="dt"/>
          </p:nvPr>
        </p:nvSpPr>
        <p:spPr>
          <a:xfrm>
            <a:off x="628650" y="4767263"/>
            <a:ext cx="2057400" cy="274637"/>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9pPr>
          </a:lstStyle>
          <a:p/>
        </p:txBody>
      </p:sp>
      <p:sp>
        <p:nvSpPr>
          <p:cNvPr id="13" name="Google Shape;13;p24"/>
          <p:cNvSpPr txBox="1"/>
          <p:nvPr>
            <p:ph idx="11" type="ftr"/>
          </p:nvPr>
        </p:nvSpPr>
        <p:spPr>
          <a:xfrm>
            <a:off x="3028950" y="4767263"/>
            <a:ext cx="3086100" cy="274637"/>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9pPr>
          </a:lstStyle>
          <a:p/>
        </p:txBody>
      </p:sp>
      <p:sp>
        <p:nvSpPr>
          <p:cNvPr id="14" name="Google Shape;14;p24"/>
          <p:cNvSpPr txBox="1"/>
          <p:nvPr>
            <p:ph idx="12" type="sldNum"/>
          </p:nvPr>
        </p:nvSpPr>
        <p:spPr>
          <a:xfrm>
            <a:off x="6457950" y="4767263"/>
            <a:ext cx="2057400" cy="274637"/>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 name="Shape 87"/>
        <p:cNvGrpSpPr/>
        <p:nvPr/>
      </p:nvGrpSpPr>
      <p:grpSpPr>
        <a:xfrm>
          <a:off x="0" y="0"/>
          <a:ext cx="0" cy="0"/>
          <a:chOff x="0" y="0"/>
          <a:chExt cx="0" cy="0"/>
        </a:xfrm>
      </p:grpSpPr>
      <p:sp>
        <p:nvSpPr>
          <p:cNvPr id="88" name="Google Shape;88;p32"/>
          <p:cNvSpPr txBox="1"/>
          <p:nvPr>
            <p:ph type="title"/>
          </p:nvPr>
        </p:nvSpPr>
        <p:spPr>
          <a:xfrm>
            <a:off x="685800" y="209971"/>
            <a:ext cx="7772400" cy="613171"/>
          </a:xfrm>
          <a:prstGeom prst="rect">
            <a:avLst/>
          </a:prstGeom>
          <a:noFill/>
          <a:ln>
            <a:noFill/>
          </a:ln>
        </p:spPr>
        <p:txBody>
          <a:bodyPr anchorCtr="0" anchor="ctr" bIns="0" lIns="0" spcFirstLastPara="1" rIns="0" wrap="square" tIns="0">
            <a:normAutofit/>
          </a:bodyPr>
          <a:lstStyle>
            <a:lvl1pPr lvl="0" marR="0" rtl="0" algn="ctr">
              <a:lnSpc>
                <a:spcPct val="86000"/>
              </a:lnSpc>
              <a:spcBef>
                <a:spcPts val="0"/>
              </a:spcBef>
              <a:spcAft>
                <a:spcPts val="0"/>
              </a:spcAft>
              <a:buClr>
                <a:schemeClr val="dk1"/>
              </a:buClr>
              <a:buSzPts val="2100"/>
              <a:buFont typeface="Open Sans Light"/>
              <a:buNone/>
              <a:defRPr b="0" i="0" sz="2100" u="none" cap="none" strike="noStrike">
                <a:solidFill>
                  <a:schemeClr val="dk1"/>
                </a:solidFill>
                <a:latin typeface="Open Sans Light"/>
                <a:ea typeface="Open Sans Light"/>
                <a:cs typeface="Open Sans Light"/>
                <a:sym typeface="Open Sans Light"/>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9" name="Google Shape;89;p32"/>
          <p:cNvSpPr txBox="1"/>
          <p:nvPr>
            <p:ph idx="1" type="body"/>
          </p:nvPr>
        </p:nvSpPr>
        <p:spPr>
          <a:xfrm>
            <a:off x="685800" y="914401"/>
            <a:ext cx="7772400" cy="3470672"/>
          </a:xfrm>
          <a:prstGeom prst="rect">
            <a:avLst/>
          </a:prstGeom>
          <a:noFill/>
          <a:ln>
            <a:noFill/>
          </a:ln>
        </p:spPr>
        <p:txBody>
          <a:bodyPr anchorCtr="0" anchor="t" bIns="0" lIns="0" spcFirstLastPara="1" rIns="0" wrap="square" tIns="0">
            <a:normAutofit/>
          </a:bodyPr>
          <a:lstStyle>
            <a:lvl1pPr indent="-323850" lvl="0" marL="457200" marR="0" rtl="0" algn="l">
              <a:lnSpc>
                <a:spcPct val="100000"/>
              </a:lnSpc>
              <a:spcBef>
                <a:spcPts val="300"/>
              </a:spcBef>
              <a:spcAft>
                <a:spcPts val="0"/>
              </a:spcAft>
              <a:buClr>
                <a:schemeClr val="accent1"/>
              </a:buClr>
              <a:buSzPts val="1500"/>
              <a:buFont typeface="Arial"/>
              <a:buChar char="•"/>
              <a:defRPr b="0" i="0" sz="1500" u="none" cap="none" strike="noStrike">
                <a:solidFill>
                  <a:schemeClr val="dk1"/>
                </a:solidFill>
                <a:latin typeface="Open Sans Light"/>
                <a:ea typeface="Open Sans Light"/>
                <a:cs typeface="Open Sans Light"/>
                <a:sym typeface="Open Sans Light"/>
              </a:defRPr>
            </a:lvl1pPr>
            <a:lvl2pPr indent="-304800" lvl="1" marL="914400" marR="0" rtl="0" algn="l">
              <a:lnSpc>
                <a:spcPct val="100000"/>
              </a:lnSpc>
              <a:spcBef>
                <a:spcPts val="240"/>
              </a:spcBef>
              <a:spcAft>
                <a:spcPts val="0"/>
              </a:spcAft>
              <a:buClr>
                <a:schemeClr val="accent1"/>
              </a:buClr>
              <a:buSzPts val="1200"/>
              <a:buFont typeface="Arial"/>
              <a:buChar char="–"/>
              <a:defRPr b="0" i="0" sz="1200" u="none" cap="none" strike="noStrike">
                <a:solidFill>
                  <a:schemeClr val="dk1"/>
                </a:solidFill>
                <a:latin typeface="Open Sans Light"/>
                <a:ea typeface="Open Sans Light"/>
                <a:cs typeface="Open Sans Light"/>
                <a:sym typeface="Open Sans Light"/>
              </a:defRPr>
            </a:lvl2pPr>
            <a:lvl3pPr indent="-304800" lvl="2" marL="1371600" marR="0" rtl="0" algn="l">
              <a:lnSpc>
                <a:spcPct val="100000"/>
              </a:lnSpc>
              <a:spcBef>
                <a:spcPts val="240"/>
              </a:spcBef>
              <a:spcAft>
                <a:spcPts val="0"/>
              </a:spcAft>
              <a:buClr>
                <a:schemeClr val="accent1"/>
              </a:buClr>
              <a:buSzPts val="1200"/>
              <a:buFont typeface="Arial"/>
              <a:buChar char="•"/>
              <a:defRPr b="0" i="0" sz="1200" u="none" cap="none" strike="noStrike">
                <a:solidFill>
                  <a:schemeClr val="dk1"/>
                </a:solidFill>
                <a:latin typeface="Open Sans Light"/>
                <a:ea typeface="Open Sans Light"/>
                <a:cs typeface="Open Sans Light"/>
                <a:sym typeface="Open Sans Light"/>
              </a:defRPr>
            </a:lvl3pPr>
            <a:lvl4pPr indent="-304800" lvl="3" marL="1828800" marR="0" rtl="0" algn="l">
              <a:lnSpc>
                <a:spcPct val="100000"/>
              </a:lnSpc>
              <a:spcBef>
                <a:spcPts val="240"/>
              </a:spcBef>
              <a:spcAft>
                <a:spcPts val="0"/>
              </a:spcAft>
              <a:buClr>
                <a:schemeClr val="accent1"/>
              </a:buClr>
              <a:buSzPts val="1200"/>
              <a:buFont typeface="Arial"/>
              <a:buChar char="–"/>
              <a:defRPr b="0" i="0" sz="1200" u="none" cap="none" strike="noStrike">
                <a:solidFill>
                  <a:schemeClr val="dk1"/>
                </a:solidFill>
                <a:latin typeface="Open Sans Light"/>
                <a:ea typeface="Open Sans Light"/>
                <a:cs typeface="Open Sans Light"/>
                <a:sym typeface="Open Sans Light"/>
              </a:defRPr>
            </a:lvl4pPr>
            <a:lvl5pPr indent="-304800" lvl="4" marL="2286000" marR="0" rtl="0" algn="l">
              <a:lnSpc>
                <a:spcPct val="100000"/>
              </a:lnSpc>
              <a:spcBef>
                <a:spcPts val="240"/>
              </a:spcBef>
              <a:spcAft>
                <a:spcPts val="0"/>
              </a:spcAft>
              <a:buClr>
                <a:schemeClr val="accent1"/>
              </a:buClr>
              <a:buSzPts val="1200"/>
              <a:buFont typeface="Arial"/>
              <a:buChar char="»"/>
              <a:defRPr b="0" i="0" sz="1200" u="none" cap="none" strike="noStrike">
                <a:solidFill>
                  <a:schemeClr val="dk1"/>
                </a:solidFill>
                <a:latin typeface="Open Sans Light"/>
                <a:ea typeface="Open Sans Light"/>
                <a:cs typeface="Open Sans Light"/>
                <a:sym typeface="Open Sans Light"/>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Open Sans Light"/>
                <a:ea typeface="Open Sans Light"/>
                <a:cs typeface="Open Sans Light"/>
                <a:sym typeface="Open Sans Light"/>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Open Sans Light"/>
                <a:ea typeface="Open Sans Light"/>
                <a:cs typeface="Open Sans Light"/>
                <a:sym typeface="Open Sans Light"/>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Open Sans Light"/>
                <a:ea typeface="Open Sans Light"/>
                <a:cs typeface="Open Sans Light"/>
                <a:sym typeface="Open Sans Light"/>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Open Sans Light"/>
                <a:ea typeface="Open Sans Light"/>
                <a:cs typeface="Open Sans Light"/>
                <a:sym typeface="Open Sans Light"/>
              </a:defRPr>
            </a:lvl9pPr>
          </a:lstStyle>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 id="2147483697" r:id="rId36"/>
    <p:sldLayoutId id="2147483698" r:id="rId37"/>
    <p:sldLayoutId id="2147483699" r:id="rId38"/>
    <p:sldLayoutId id="2147483700" r:id="rId39"/>
    <p:sldLayoutId id="2147483701" r:id="rId40"/>
    <p:sldLayoutId id="2147483702" r:id="rId41"/>
    <p:sldLayoutId id="2147483703" r:id="rId42"/>
    <p:sldLayoutId id="2147483704" r:id="rId43"/>
    <p:sldLayoutId id="2147483705" r:id="rId44"/>
    <p:sldLayoutId id="2147483706" r:id="rId45"/>
    <p:sldLayoutId id="2147483707" r:id="rId46"/>
    <p:sldLayoutId id="2147483708" r:id="rId47"/>
    <p:sldLayoutId id="2147483709" r:id="rId48"/>
    <p:sldLayoutId id="2147483710" r:id="rId49"/>
    <p:sldLayoutId id="2147483711" r:id="rId50"/>
    <p:sldLayoutId id="2147483712" r:id="rId51"/>
    <p:sldLayoutId id="2147483713" r:id="rId52"/>
    <p:sldLayoutId id="2147483714" r:id="rId53"/>
    <p:sldLayoutId id="2147483715" r:id="rId54"/>
    <p:sldLayoutId id="2147483716" r:id="rId55"/>
    <p:sldLayoutId id="2147483717" r:id="rId56"/>
    <p:sldLayoutId id="2147483718" r:id="rId57"/>
    <p:sldLayoutId id="2147483719" r:id="rId58"/>
    <p:sldLayoutId id="2147483720" r:id="rId59"/>
    <p:sldLayoutId id="2147483721" r:id="rId60"/>
    <p:sldLayoutId id="2147483722" r:id="rId61"/>
    <p:sldLayoutId id="2147483723" r:id="rId62"/>
    <p:sldLayoutId id="2147483724" r:id="rId63"/>
    <p:sldLayoutId id="2147483725" r:id="rId64"/>
    <p:sldLayoutId id="2147483726" r:id="rId65"/>
    <p:sldLayoutId id="2147483727" r:id="rId66"/>
    <p:sldLayoutId id="2147483728" r:id="rId67"/>
    <p:sldLayoutId id="2147483729" r:id="rId68"/>
    <p:sldLayoutId id="2147483730" r:id="rId69"/>
    <p:sldLayoutId id="2147483731" r:id="rId70"/>
    <p:sldLayoutId id="2147483732" r:id="rId71"/>
    <p:sldLayoutId id="2147483733" r:id="rId72"/>
    <p:sldLayoutId id="2147483734" r:id="rId73"/>
    <p:sldLayoutId id="2147483735" r:id="rId74"/>
    <p:sldLayoutId id="2147483736" r:id="rId75"/>
    <p:sldLayoutId id="2147483737" r:id="rId76"/>
    <p:sldLayoutId id="2147483738" r:id="rId7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4.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4.png"/><Relationship Id="rId5" Type="http://schemas.openxmlformats.org/officeDocument/2006/relationships/hyperlink" Target="https://github.com/Mangoesmapping-GeorgeCorea/FunGIS2022" TargetMode="External"/><Relationship Id="rId6"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projects.gisquick.org/?PROJECT=georgecorea%2Fworkshop%2FWorkshop_Base" TargetMode="External"/><Relationship Id="rId4" Type="http://schemas.openxmlformats.org/officeDocument/2006/relationships/image" Target="../media/image12.png"/><Relationship Id="rId5" Type="http://schemas.openxmlformats.org/officeDocument/2006/relationships/hyperlink" Target="https://www.mangoesmapping.com.au/services/workforce-training-development" TargetMode="External"/><Relationship Id="rId6" Type="http://schemas.openxmlformats.org/officeDocument/2006/relationships/hyperlink" Target="https://github.com/Mangoesmapping-GeorgeCorea/FunGIS2022"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projects.gisquick.org/?PROJECT=georgecorea%2Fworkshop%2FWorkshop_Base" TargetMode="External"/><Relationship Id="rId4" Type="http://schemas.openxmlformats.org/officeDocument/2006/relationships/image" Target="../media/image12.png"/><Relationship Id="rId5" Type="http://schemas.openxmlformats.org/officeDocument/2006/relationships/hyperlink" Target="https://github.com/Mangoesmapping-GeorgeCorea/FunGIS2022"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projects.gisquick.org/?PROJECT=georgecorea%2Fworkshop%2FWorkshop_Base" TargetMode="External"/><Relationship Id="rId4" Type="http://schemas.openxmlformats.org/officeDocument/2006/relationships/image" Target="../media/image12.png"/><Relationship Id="rId9" Type="http://schemas.openxmlformats.org/officeDocument/2006/relationships/image" Target="../media/image14.png"/><Relationship Id="rId5" Type="http://schemas.openxmlformats.org/officeDocument/2006/relationships/hyperlink" Target="https://dev.gisquick.org/?PROJECT=mgmdata/FunGIS2022" TargetMode="External"/><Relationship Id="rId6" Type="http://schemas.openxmlformats.org/officeDocument/2006/relationships/hyperlink" Target="https://dev.gisquick.org/?PROJECT=mgmdata/FunGIS2022" TargetMode="External"/><Relationship Id="rId7" Type="http://schemas.openxmlformats.org/officeDocument/2006/relationships/image" Target="../media/image15.png"/><Relationship Id="rId8" Type="http://schemas.openxmlformats.org/officeDocument/2006/relationships/image" Target="../media/image10.png"/><Relationship Id="rId11" Type="http://schemas.openxmlformats.org/officeDocument/2006/relationships/image" Target="../media/image7.png"/><Relationship Id="rId10" Type="http://schemas.openxmlformats.org/officeDocument/2006/relationships/hyperlink" Target="https://projects.gisquick.org/?PROJECT=georgecorea%2Fworkshop%2FWorkshop_Bas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49.png"/><Relationship Id="rId5" Type="http://schemas.openxmlformats.org/officeDocument/2006/relationships/image" Target="../media/image8.png"/><Relationship Id="rId6"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2.jpg"/><Relationship Id="rId4" Type="http://schemas.openxmlformats.org/officeDocument/2006/relationships/image" Target="../media/image5.png"/><Relationship Id="rId9" Type="http://schemas.openxmlformats.org/officeDocument/2006/relationships/image" Target="../media/image13.png"/><Relationship Id="rId5" Type="http://schemas.openxmlformats.org/officeDocument/2006/relationships/image" Target="../media/image11.png"/><Relationship Id="rId6" Type="http://schemas.openxmlformats.org/officeDocument/2006/relationships/image" Target="../media/image9.png"/><Relationship Id="rId7" Type="http://schemas.openxmlformats.org/officeDocument/2006/relationships/image" Target="../media/image51.png"/><Relationship Id="rId8" Type="http://schemas.openxmlformats.org/officeDocument/2006/relationships/image" Target="../media/image4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hyperlink" Target="https://projects.gisquick.org/accounts/signup/" TargetMode="External"/><Relationship Id="rId5" Type="http://schemas.openxmlformats.org/officeDocument/2006/relationships/hyperlink" Target="https://dev.gisquick.org/" TargetMode="External"/><Relationship Id="rId6" Type="http://schemas.openxmlformats.org/officeDocument/2006/relationships/hyperlink" Target="https://projects.gisquick.org/user/publish/qgis/general" TargetMode="External"/><Relationship Id="rId7" Type="http://schemas.openxmlformats.org/officeDocument/2006/relationships/hyperlink" Target="https://dev.gisquick.org/user/publish"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21.png"/><Relationship Id="rId7" Type="http://schemas.openxmlformats.org/officeDocument/2006/relationships/hyperlink" Target="https://plugins.gisquick.org/download/win64/gisquick_dbhash/gisquick_dbhash.win64_2.4.2.zip"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35.png"/><Relationship Id="rId5" Type="http://schemas.openxmlformats.org/officeDocument/2006/relationships/image" Target="../media/image4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18.png"/><Relationship Id="rId5"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12.png"/><Relationship Id="rId5"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46.png"/><Relationship Id="rId5"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0.png"/><Relationship Id="rId4" Type="http://schemas.openxmlformats.org/officeDocument/2006/relationships/image" Target="../media/image12.png"/><Relationship Id="rId5"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12.png"/><Relationship Id="rId4" Type="http://schemas.openxmlformats.org/officeDocument/2006/relationships/image" Target="../media/image26.png"/><Relationship Id="rId5" Type="http://schemas.openxmlformats.org/officeDocument/2006/relationships/image" Target="../media/image6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s://projects.gisquick.org/?PROJECT=georgecorea%2Fworkshop%2FWorkshop_Base" TargetMode="External"/><Relationship Id="rId4" Type="http://schemas.openxmlformats.org/officeDocument/2006/relationships/image" Target="../media/image12.png"/><Relationship Id="rId5" Type="http://schemas.openxmlformats.org/officeDocument/2006/relationships/hyperlink" Target="https://dev.gisquick.org/?PROJECT=mgmdata/FunGIS2022" TargetMode="External"/><Relationship Id="rId6" Type="http://schemas.openxmlformats.org/officeDocument/2006/relationships/image" Target="../media/image50.png"/><Relationship Id="rId7" Type="http://schemas.openxmlformats.org/officeDocument/2006/relationships/image" Target="../media/image5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2.png"/><Relationship Id="rId4" Type="http://schemas.openxmlformats.org/officeDocument/2006/relationships/image" Target="../media/image5.png"/><Relationship Id="rId5"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12.png"/><Relationship Id="rId4" Type="http://schemas.openxmlformats.org/officeDocument/2006/relationships/hyperlink" Target="https://app.qfield.cloud/accounts/signup"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12.png"/><Relationship Id="rId4" Type="http://schemas.openxmlformats.org/officeDocument/2006/relationships/image" Target="../media/image30.png"/><Relationship Id="rId5" Type="http://schemas.openxmlformats.org/officeDocument/2006/relationships/image" Target="../media/image27.png"/><Relationship Id="rId6" Type="http://schemas.openxmlformats.org/officeDocument/2006/relationships/image" Target="../media/image24.png"/><Relationship Id="rId7" Type="http://schemas.openxmlformats.org/officeDocument/2006/relationships/image" Target="../media/image3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2.png"/><Relationship Id="rId4" Type="http://schemas.openxmlformats.org/officeDocument/2006/relationships/image" Target="../media/image71.png"/><Relationship Id="rId5" Type="http://schemas.openxmlformats.org/officeDocument/2006/relationships/image" Target="../media/image33.png"/><Relationship Id="rId6" Type="http://schemas.openxmlformats.org/officeDocument/2006/relationships/image" Target="../media/image43.png"/><Relationship Id="rId7" Type="http://schemas.openxmlformats.org/officeDocument/2006/relationships/image" Target="../media/image36.png"/><Relationship Id="rId8" Type="http://schemas.openxmlformats.org/officeDocument/2006/relationships/image" Target="../media/image4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2.png"/><Relationship Id="rId4" Type="http://schemas.openxmlformats.org/officeDocument/2006/relationships/image" Target="../media/image37.png"/><Relationship Id="rId5" Type="http://schemas.openxmlformats.org/officeDocument/2006/relationships/image" Target="../media/image3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69.png"/><Relationship Id="rId4" Type="http://schemas.openxmlformats.org/officeDocument/2006/relationships/image" Target="../media/image12.png"/><Relationship Id="rId9" Type="http://schemas.openxmlformats.org/officeDocument/2006/relationships/hyperlink" Target="https://app.qfield.cloud/a/fungisfnq/FungisSpatailOlympics2023/collaborators" TargetMode="External"/><Relationship Id="rId5" Type="http://schemas.openxmlformats.org/officeDocument/2006/relationships/image" Target="../media/image53.png"/><Relationship Id="rId6" Type="http://schemas.openxmlformats.org/officeDocument/2006/relationships/image" Target="../media/image38.png"/><Relationship Id="rId7" Type="http://schemas.openxmlformats.org/officeDocument/2006/relationships/image" Target="../media/image67.png"/><Relationship Id="rId8" Type="http://schemas.openxmlformats.org/officeDocument/2006/relationships/image" Target="../media/image7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8.png"/><Relationship Id="rId4" Type="http://schemas.openxmlformats.org/officeDocument/2006/relationships/hyperlink" Target="https://docs.qfield.org/get-started/" TargetMode="External"/><Relationship Id="rId9" Type="http://schemas.openxmlformats.org/officeDocument/2006/relationships/image" Target="../media/image79.png"/><Relationship Id="rId5" Type="http://schemas.openxmlformats.org/officeDocument/2006/relationships/image" Target="../media/image12.png"/><Relationship Id="rId6" Type="http://schemas.openxmlformats.org/officeDocument/2006/relationships/image" Target="../media/image6.png"/><Relationship Id="rId7" Type="http://schemas.openxmlformats.org/officeDocument/2006/relationships/image" Target="../media/image78.png"/><Relationship Id="rId8" Type="http://schemas.openxmlformats.org/officeDocument/2006/relationships/image" Target="../media/image8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2.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52.png"/><Relationship Id="rId7" Type="http://schemas.openxmlformats.org/officeDocument/2006/relationships/image" Target="../media/image55.png"/><Relationship Id="rId8" Type="http://schemas.openxmlformats.org/officeDocument/2006/relationships/image" Target="../media/image5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2.png"/><Relationship Id="rId4" Type="http://schemas.openxmlformats.org/officeDocument/2006/relationships/image" Target="../media/image56.png"/><Relationship Id="rId5" Type="http://schemas.openxmlformats.org/officeDocument/2006/relationships/image" Target="../media/image6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2.png"/><Relationship Id="rId4" Type="http://schemas.openxmlformats.org/officeDocument/2006/relationships/image" Target="../media/image75.png"/><Relationship Id="rId5" Type="http://schemas.openxmlformats.org/officeDocument/2006/relationships/image" Target="../media/image68.png"/><Relationship Id="rId6" Type="http://schemas.openxmlformats.org/officeDocument/2006/relationships/image" Target="../media/image54.png"/><Relationship Id="rId7" Type="http://schemas.openxmlformats.org/officeDocument/2006/relationships/image" Target="../media/image6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2.png"/><Relationship Id="rId4" Type="http://schemas.openxmlformats.org/officeDocument/2006/relationships/image" Target="../media/image58.png"/><Relationship Id="rId5" Type="http://schemas.openxmlformats.org/officeDocument/2006/relationships/image" Target="../media/image61.png"/><Relationship Id="rId6" Type="http://schemas.openxmlformats.org/officeDocument/2006/relationships/image" Target="../media/image59.png"/><Relationship Id="rId7" Type="http://schemas.openxmlformats.org/officeDocument/2006/relationships/image" Target="../media/image63.png"/><Relationship Id="rId8" Type="http://schemas.openxmlformats.org/officeDocument/2006/relationships/image" Target="../media/image6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2.png"/><Relationship Id="rId4" Type="http://schemas.openxmlformats.org/officeDocument/2006/relationships/image" Target="../media/image64.png"/><Relationship Id="rId5" Type="http://schemas.openxmlformats.org/officeDocument/2006/relationships/image" Target="../media/image7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2.png"/><Relationship Id="rId4" Type="http://schemas.openxmlformats.org/officeDocument/2006/relationships/hyperlink" Target="https://vimeo.com/499565314?embedded=true&amp;source=vimeo_logo&amp;owner=36168865" TargetMode="External"/><Relationship Id="rId5" Type="http://schemas.openxmlformats.org/officeDocument/2006/relationships/image" Target="../media/image73.png"/><Relationship Id="rId6" Type="http://schemas.openxmlformats.org/officeDocument/2006/relationships/image" Target="../media/image70.png"/><Relationship Id="rId7" Type="http://schemas.openxmlformats.org/officeDocument/2006/relationships/image" Target="../media/image8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hyperlink" Target="https://projects.gisquick.org/?PROJECT=georgecorea%2Fworkshop%2FWorkshop_Base" TargetMode="External"/><Relationship Id="rId4" Type="http://schemas.openxmlformats.org/officeDocument/2006/relationships/image" Target="../media/image1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7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pic>
        <p:nvPicPr>
          <p:cNvPr id="753" name="Google Shape;753;p1"/>
          <p:cNvPicPr preferRelativeResize="0"/>
          <p:nvPr/>
        </p:nvPicPr>
        <p:blipFill rotWithShape="1">
          <a:blip r:embed="rId3">
            <a:alphaModFix/>
          </a:blip>
          <a:srcRect b="0" l="0" r="0" t="0"/>
          <a:stretch/>
        </p:blipFill>
        <p:spPr>
          <a:xfrm>
            <a:off x="122237" y="4643553"/>
            <a:ext cx="1912937" cy="442497"/>
          </a:xfrm>
          <a:prstGeom prst="rect">
            <a:avLst/>
          </a:prstGeom>
          <a:noFill/>
          <a:ln>
            <a:noFill/>
          </a:ln>
        </p:spPr>
      </p:pic>
      <p:pic>
        <p:nvPicPr>
          <p:cNvPr id="754" name="Google Shape;754;p1"/>
          <p:cNvPicPr preferRelativeResize="0"/>
          <p:nvPr/>
        </p:nvPicPr>
        <p:blipFill rotWithShape="1">
          <a:blip r:embed="rId4">
            <a:alphaModFix/>
          </a:blip>
          <a:srcRect b="0" l="0" r="0" t="0"/>
          <a:stretch/>
        </p:blipFill>
        <p:spPr>
          <a:xfrm>
            <a:off x="-20574" y="-2278064"/>
            <a:ext cx="9164574" cy="5156865"/>
          </a:xfrm>
          <a:prstGeom prst="rect">
            <a:avLst/>
          </a:prstGeom>
          <a:noFill/>
          <a:ln>
            <a:noFill/>
          </a:ln>
        </p:spPr>
      </p:pic>
      <p:sp>
        <p:nvSpPr>
          <p:cNvPr id="755" name="Google Shape;755;p1"/>
          <p:cNvSpPr txBox="1"/>
          <p:nvPr/>
        </p:nvSpPr>
        <p:spPr>
          <a:xfrm>
            <a:off x="2960146" y="3680579"/>
            <a:ext cx="5803800" cy="723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1" i="0" lang="en-US" sz="1800" u="none" cap="none" strike="noStrike">
                <a:solidFill>
                  <a:srgbClr val="365F91"/>
                </a:solidFill>
                <a:latin typeface="Arial"/>
                <a:ea typeface="Arial"/>
                <a:cs typeface="Arial"/>
                <a:sym typeface="Arial"/>
              </a:rPr>
              <a:t>FunGIS Co</a:t>
            </a:r>
            <a:r>
              <a:rPr b="1" lang="en-US" sz="1800">
                <a:solidFill>
                  <a:srgbClr val="365F91"/>
                </a:solidFill>
              </a:rPr>
              <a:t>nference</a:t>
            </a:r>
            <a:r>
              <a:rPr b="1" i="0" lang="en-US" sz="1800" u="none" cap="none" strike="noStrike">
                <a:solidFill>
                  <a:srgbClr val="365F91"/>
                </a:solidFill>
                <a:latin typeface="Arial"/>
                <a:ea typeface="Arial"/>
                <a:cs typeface="Arial"/>
                <a:sym typeface="Arial"/>
              </a:rPr>
              <a:t> - 2022</a:t>
            </a:r>
            <a:endParaRPr b="0" i="0" sz="1800" u="none" cap="none" strike="noStrike">
              <a:solidFill>
                <a:schemeClr val="dk1"/>
              </a:solidFill>
              <a:latin typeface="Arial"/>
              <a:ea typeface="Arial"/>
              <a:cs typeface="Arial"/>
              <a:sym typeface="Arial"/>
            </a:endParaRPr>
          </a:p>
          <a:p>
            <a:pPr indent="0" lvl="0" marL="0" marR="0" rtl="0" algn="r">
              <a:lnSpc>
                <a:spcPct val="100000"/>
              </a:lnSpc>
              <a:spcBef>
                <a:spcPts val="600"/>
              </a:spcBef>
              <a:spcAft>
                <a:spcPts val="0"/>
              </a:spcAft>
              <a:buClr>
                <a:srgbClr val="000000"/>
              </a:buClr>
              <a:buSzPts val="1800"/>
              <a:buFont typeface="Arial"/>
              <a:buNone/>
            </a:pPr>
            <a:r>
              <a:rPr b="0" i="0" lang="en-US" sz="1800" u="none" cap="none" strike="noStrike">
                <a:solidFill>
                  <a:srgbClr val="365F91"/>
                </a:solidFill>
                <a:latin typeface="Arial"/>
                <a:ea typeface="Arial"/>
                <a:cs typeface="Arial"/>
                <a:sym typeface="Arial"/>
              </a:rPr>
              <a:t>George Corea, Data Manager</a:t>
            </a:r>
            <a:endParaRPr b="0" i="0" sz="1600" u="none" cap="none" strike="noStrike">
              <a:solidFill>
                <a:schemeClr val="dk1"/>
              </a:solidFill>
              <a:latin typeface="Arial"/>
              <a:ea typeface="Arial"/>
              <a:cs typeface="Arial"/>
              <a:sym typeface="Arial"/>
            </a:endParaRPr>
          </a:p>
        </p:txBody>
      </p:sp>
      <p:sp>
        <p:nvSpPr>
          <p:cNvPr id="756" name="Google Shape;756;p1"/>
          <p:cNvSpPr txBox="1"/>
          <p:nvPr>
            <p:ph type="ctrTitle"/>
          </p:nvPr>
        </p:nvSpPr>
        <p:spPr>
          <a:xfrm>
            <a:off x="325515" y="2396954"/>
            <a:ext cx="8517402" cy="812800"/>
          </a:xfrm>
          <a:prstGeom prst="rect">
            <a:avLst/>
          </a:prstGeom>
          <a:noFill/>
          <a:ln>
            <a:noFill/>
          </a:ln>
        </p:spPr>
        <p:txBody>
          <a:bodyPr anchorCtr="0" anchor="b" bIns="45700" lIns="91425" spcFirstLastPara="1" rIns="91425" wrap="square" tIns="45700">
            <a:noAutofit/>
          </a:bodyPr>
          <a:lstStyle/>
          <a:p>
            <a:pPr indent="0" lvl="0" marL="0" rtl="0" algn="ctr">
              <a:lnSpc>
                <a:spcPct val="115000"/>
              </a:lnSpc>
              <a:spcBef>
                <a:spcPts val="0"/>
              </a:spcBef>
              <a:spcAft>
                <a:spcPts val="0"/>
              </a:spcAft>
              <a:buSzPts val="1400"/>
              <a:buNone/>
            </a:pPr>
            <a:r>
              <a:rPr b="1" lang="en-US" sz="4000">
                <a:solidFill>
                  <a:srgbClr val="365F91"/>
                </a:solidFill>
              </a:rPr>
              <a:t>QGIS - from Desktop to the Web, to Mobile and back again</a:t>
            </a:r>
            <a:endParaRPr b="1" sz="4000">
              <a:latin typeface="Arial"/>
              <a:ea typeface="Arial"/>
              <a:cs typeface="Arial"/>
              <a:sym typeface="Arial"/>
            </a:endParaRPr>
          </a:p>
        </p:txBody>
      </p:sp>
      <p:pic>
        <p:nvPicPr>
          <p:cNvPr id="757" name="Google Shape;757;p1"/>
          <p:cNvPicPr preferRelativeResize="0"/>
          <p:nvPr/>
        </p:nvPicPr>
        <p:blipFill>
          <a:blip r:embed="rId5">
            <a:alphaModFix/>
          </a:blip>
          <a:stretch>
            <a:fillRect/>
          </a:stretch>
        </p:blipFill>
        <p:spPr>
          <a:xfrm>
            <a:off x="377344" y="1722550"/>
            <a:ext cx="1595006" cy="812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pic>
        <p:nvPicPr>
          <p:cNvPr id="763" name="Google Shape;763;g1582b2d5ce5_0_7"/>
          <p:cNvPicPr preferRelativeResize="0"/>
          <p:nvPr/>
        </p:nvPicPr>
        <p:blipFill rotWithShape="1">
          <a:blip r:embed="rId3">
            <a:alphaModFix/>
          </a:blip>
          <a:srcRect b="0" l="0" r="0" t="0"/>
          <a:stretch/>
        </p:blipFill>
        <p:spPr>
          <a:xfrm>
            <a:off x="122237" y="4643553"/>
            <a:ext cx="1912938" cy="442497"/>
          </a:xfrm>
          <a:prstGeom prst="rect">
            <a:avLst/>
          </a:prstGeom>
          <a:noFill/>
          <a:ln>
            <a:noFill/>
          </a:ln>
        </p:spPr>
      </p:pic>
      <p:pic>
        <p:nvPicPr>
          <p:cNvPr id="764" name="Google Shape;764;g1582b2d5ce5_0_7"/>
          <p:cNvPicPr preferRelativeResize="0"/>
          <p:nvPr/>
        </p:nvPicPr>
        <p:blipFill rotWithShape="1">
          <a:blip r:embed="rId4">
            <a:alphaModFix/>
          </a:blip>
          <a:srcRect b="0" l="0" r="0" t="0"/>
          <a:stretch/>
        </p:blipFill>
        <p:spPr>
          <a:xfrm>
            <a:off x="-20574" y="-2278064"/>
            <a:ext cx="9164572" cy="5156865"/>
          </a:xfrm>
          <a:prstGeom prst="rect">
            <a:avLst/>
          </a:prstGeom>
          <a:noFill/>
          <a:ln>
            <a:noFill/>
          </a:ln>
        </p:spPr>
      </p:pic>
      <p:sp>
        <p:nvSpPr>
          <p:cNvPr id="765" name="Google Shape;765;g1582b2d5ce5_0_7"/>
          <p:cNvSpPr txBox="1"/>
          <p:nvPr>
            <p:ph type="ctrTitle"/>
          </p:nvPr>
        </p:nvSpPr>
        <p:spPr>
          <a:xfrm>
            <a:off x="313350" y="1455376"/>
            <a:ext cx="8517300" cy="1203000"/>
          </a:xfrm>
          <a:prstGeom prst="rect">
            <a:avLst/>
          </a:prstGeom>
          <a:noFill/>
          <a:ln>
            <a:noFill/>
          </a:ln>
        </p:spPr>
        <p:txBody>
          <a:bodyPr anchorCtr="0" anchor="b" bIns="45700" lIns="91425" spcFirstLastPara="1" rIns="91425" wrap="square" tIns="45700">
            <a:noAutofit/>
          </a:bodyPr>
          <a:lstStyle/>
          <a:p>
            <a:pPr indent="0" lvl="0" marL="0" rtl="0" algn="ctr">
              <a:lnSpc>
                <a:spcPct val="115000"/>
              </a:lnSpc>
              <a:spcBef>
                <a:spcPts val="0"/>
              </a:spcBef>
              <a:spcAft>
                <a:spcPts val="0"/>
              </a:spcAft>
              <a:buSzPts val="1400"/>
              <a:buNone/>
            </a:pPr>
            <a:r>
              <a:rPr b="1" lang="en-US" sz="2800">
                <a:solidFill>
                  <a:srgbClr val="365F91"/>
                </a:solidFill>
              </a:rPr>
              <a:t>Please download </a:t>
            </a:r>
            <a:r>
              <a:rPr b="1" lang="en-US" sz="2800">
                <a:solidFill>
                  <a:srgbClr val="365F91"/>
                </a:solidFill>
              </a:rPr>
              <a:t>and extract </a:t>
            </a:r>
            <a:r>
              <a:rPr b="1" lang="en-US" sz="2800">
                <a:solidFill>
                  <a:srgbClr val="365F91"/>
                </a:solidFill>
              </a:rPr>
              <a:t>the following while we go through the intro. </a:t>
            </a:r>
            <a:endParaRPr b="1" sz="2800">
              <a:latin typeface="Arial"/>
              <a:ea typeface="Arial"/>
              <a:cs typeface="Arial"/>
              <a:sym typeface="Arial"/>
            </a:endParaRPr>
          </a:p>
        </p:txBody>
      </p:sp>
      <p:sp>
        <p:nvSpPr>
          <p:cNvPr id="766" name="Google Shape;766;g1582b2d5ce5_0_7"/>
          <p:cNvSpPr txBox="1"/>
          <p:nvPr/>
        </p:nvSpPr>
        <p:spPr>
          <a:xfrm>
            <a:off x="484350" y="2813775"/>
            <a:ext cx="80844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u="sng">
                <a:solidFill>
                  <a:srgbClr val="1155CC"/>
                </a:solidFill>
                <a:highlight>
                  <a:srgbClr val="FFFFFF"/>
                </a:highlight>
                <a:hlinkClick r:id="rId5">
                  <a:extLst>
                    <a:ext uri="{A12FA001-AC4F-418D-AE19-62706E023703}">
                      <ahyp:hlinkClr val="tx"/>
                    </a:ext>
                  </a:extLst>
                </a:hlinkClick>
              </a:rPr>
              <a:t>https://github.com/Mangoesmapping-GeorgeCorea/FunGIS2022</a:t>
            </a:r>
            <a:r>
              <a:rPr lang="en-US" sz="2100">
                <a:solidFill>
                  <a:srgbClr val="222222"/>
                </a:solidFill>
                <a:highlight>
                  <a:srgbClr val="FFFFFF"/>
                </a:highlight>
              </a:rPr>
              <a:t> </a:t>
            </a:r>
            <a:endParaRPr sz="2400"/>
          </a:p>
        </p:txBody>
      </p:sp>
      <p:sp>
        <p:nvSpPr>
          <p:cNvPr id="767" name="Google Shape;767;g1582b2d5ce5_0_7"/>
          <p:cNvSpPr txBox="1"/>
          <p:nvPr/>
        </p:nvSpPr>
        <p:spPr>
          <a:xfrm>
            <a:off x="645825" y="3629475"/>
            <a:ext cx="7761300" cy="523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i="1" lang="en-US" sz="2200">
                <a:solidFill>
                  <a:srgbClr val="365F91"/>
                </a:solidFill>
              </a:rPr>
              <a:t>Click on CODE then download zip</a:t>
            </a:r>
            <a:endParaRPr b="1" i="1" sz="2200">
              <a:solidFill>
                <a:schemeClr val="dk1"/>
              </a:solidFill>
            </a:endParaRPr>
          </a:p>
        </p:txBody>
      </p:sp>
      <p:pic>
        <p:nvPicPr>
          <p:cNvPr id="768" name="Google Shape;768;g1582b2d5ce5_0_7"/>
          <p:cNvPicPr preferRelativeResize="0"/>
          <p:nvPr/>
        </p:nvPicPr>
        <p:blipFill>
          <a:blip r:embed="rId6">
            <a:alphaModFix/>
          </a:blip>
          <a:stretch>
            <a:fillRect/>
          </a:stretch>
        </p:blipFill>
        <p:spPr>
          <a:xfrm>
            <a:off x="2579087" y="4316625"/>
            <a:ext cx="3571875" cy="6191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pic>
        <p:nvPicPr>
          <p:cNvPr id="773" name="Google Shape;773;g1534ab53594_0_0">
            <a:hlinkClick r:id="rId3"/>
          </p:cNvPr>
          <p:cNvPicPr preferRelativeResize="0"/>
          <p:nvPr/>
        </p:nvPicPr>
        <p:blipFill rotWithShape="1">
          <a:blip r:embed="rId4">
            <a:alphaModFix/>
          </a:blip>
          <a:srcRect b="0" l="0" r="0" t="0"/>
          <a:stretch/>
        </p:blipFill>
        <p:spPr>
          <a:xfrm>
            <a:off x="4713" y="0"/>
            <a:ext cx="9144000" cy="5143500"/>
          </a:xfrm>
          <a:prstGeom prst="rect">
            <a:avLst/>
          </a:prstGeom>
          <a:noFill/>
          <a:ln>
            <a:noFill/>
          </a:ln>
        </p:spPr>
      </p:pic>
      <p:sp>
        <p:nvSpPr>
          <p:cNvPr id="774" name="Google Shape;774;g1534ab53594_0_0"/>
          <p:cNvSpPr txBox="1"/>
          <p:nvPr/>
        </p:nvSpPr>
        <p:spPr>
          <a:xfrm>
            <a:off x="454479" y="190800"/>
            <a:ext cx="7886700" cy="5286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500"/>
              <a:buFont typeface="Arial"/>
              <a:buNone/>
            </a:pPr>
            <a:r>
              <a:rPr b="1" lang="en-US" sz="3500">
                <a:solidFill>
                  <a:srgbClr val="EE282A"/>
                </a:solidFill>
              </a:rPr>
              <a:t>Why This &amp; Why Me</a:t>
            </a:r>
            <a:endParaRPr b="1" i="0" sz="3500" u="none" cap="none" strike="noStrike">
              <a:solidFill>
                <a:schemeClr val="dk1"/>
              </a:solidFill>
              <a:latin typeface="Arial"/>
              <a:ea typeface="Arial"/>
              <a:cs typeface="Arial"/>
              <a:sym typeface="Arial"/>
            </a:endParaRPr>
          </a:p>
        </p:txBody>
      </p:sp>
      <p:sp>
        <p:nvSpPr>
          <p:cNvPr id="775" name="Google Shape;775;g1534ab53594_0_0"/>
          <p:cNvSpPr txBox="1"/>
          <p:nvPr>
            <p:ph idx="1" type="body"/>
          </p:nvPr>
        </p:nvSpPr>
        <p:spPr>
          <a:xfrm>
            <a:off x="628650" y="1065224"/>
            <a:ext cx="7886700" cy="3109800"/>
          </a:xfrm>
          <a:prstGeom prst="rect">
            <a:avLst/>
          </a:prstGeom>
          <a:noFill/>
          <a:ln>
            <a:noFill/>
          </a:ln>
        </p:spPr>
        <p:txBody>
          <a:bodyPr anchorCtr="0" anchor="t" bIns="45700" lIns="91425" spcFirstLastPara="1" rIns="91425" wrap="square" tIns="45700">
            <a:noAutofit/>
          </a:bodyPr>
          <a:lstStyle/>
          <a:p>
            <a:pPr indent="-342900" lvl="0" marL="457200" rtl="0" algn="l">
              <a:lnSpc>
                <a:spcPct val="90000"/>
              </a:lnSpc>
              <a:spcBef>
                <a:spcPts val="750"/>
              </a:spcBef>
              <a:spcAft>
                <a:spcPts val="0"/>
              </a:spcAft>
              <a:buClr>
                <a:schemeClr val="dk1"/>
              </a:buClr>
              <a:buSzPts val="1800"/>
              <a:buChar char="•"/>
            </a:pPr>
            <a:r>
              <a:rPr lang="en-US"/>
              <a:t>Worked with</a:t>
            </a:r>
            <a:r>
              <a:rPr lang="en-US"/>
              <a:t> QGIS and FOSS4G for years</a:t>
            </a:r>
            <a:endParaRPr/>
          </a:p>
          <a:p>
            <a:pPr indent="-342900" lvl="0" marL="457200" rtl="0" algn="l">
              <a:lnSpc>
                <a:spcPct val="90000"/>
              </a:lnSpc>
              <a:spcBef>
                <a:spcPts val="750"/>
              </a:spcBef>
              <a:spcAft>
                <a:spcPts val="0"/>
              </a:spcAft>
              <a:buClr>
                <a:schemeClr val="dk1"/>
              </a:buClr>
              <a:buSzPts val="1800"/>
              <a:buChar char="•"/>
            </a:pPr>
            <a:r>
              <a:rPr lang="en-US"/>
              <a:t>Applied experience leveraging these technologies</a:t>
            </a:r>
            <a:endParaRPr/>
          </a:p>
          <a:p>
            <a:pPr indent="-342900" lvl="0" marL="457200" rtl="0" algn="l">
              <a:lnSpc>
                <a:spcPct val="90000"/>
              </a:lnSpc>
              <a:spcBef>
                <a:spcPts val="750"/>
              </a:spcBef>
              <a:spcAft>
                <a:spcPts val="0"/>
              </a:spcAft>
              <a:buClr>
                <a:schemeClr val="dk1"/>
              </a:buClr>
              <a:buSzPts val="1800"/>
              <a:buChar char="•"/>
            </a:pPr>
            <a:r>
              <a:rPr lang="en-US"/>
              <a:t>Reckon they might be really handy for you</a:t>
            </a:r>
            <a:endParaRPr/>
          </a:p>
          <a:p>
            <a:pPr indent="0" lvl="0" marL="0" rtl="0" algn="l">
              <a:lnSpc>
                <a:spcPct val="90000"/>
              </a:lnSpc>
              <a:spcBef>
                <a:spcPts val="750"/>
              </a:spcBef>
              <a:spcAft>
                <a:spcPts val="0"/>
              </a:spcAft>
              <a:buClr>
                <a:schemeClr val="dk1"/>
              </a:buClr>
              <a:buSzPts val="1800"/>
              <a:buNone/>
            </a:pPr>
            <a:r>
              <a:t/>
            </a:r>
            <a:endParaRPr/>
          </a:p>
          <a:p>
            <a:pPr indent="-342900" lvl="0" marL="457200" rtl="0" algn="l">
              <a:lnSpc>
                <a:spcPct val="90000"/>
              </a:lnSpc>
              <a:spcBef>
                <a:spcPts val="750"/>
              </a:spcBef>
              <a:spcAft>
                <a:spcPts val="0"/>
              </a:spcAft>
              <a:buClr>
                <a:schemeClr val="dk1"/>
              </a:buClr>
              <a:buSzPts val="1800"/>
              <a:buChar char="•"/>
            </a:pPr>
            <a:r>
              <a:rPr lang="en-US"/>
              <a:t>BTW – Wanna know more? Hit me up afterwards, or </a:t>
            </a:r>
            <a:r>
              <a:rPr lang="en-US" u="sng">
                <a:solidFill>
                  <a:schemeClr val="hlink"/>
                </a:solidFill>
                <a:hlinkClick r:id="rId5"/>
              </a:rPr>
              <a:t>https://www.mangoesmapping.com.au/services/workforce-training-development</a:t>
            </a:r>
            <a:r>
              <a:rPr lang="en-US"/>
              <a:t> </a:t>
            </a:r>
            <a:r>
              <a:rPr lang="en-US"/>
              <a:t> – We offer formal and detailed training courses in QGIS and related tech stack for end-users and administrators</a:t>
            </a:r>
            <a:endParaRPr/>
          </a:p>
        </p:txBody>
      </p:sp>
      <p:sp>
        <p:nvSpPr>
          <p:cNvPr id="776" name="Google Shape;776;g1534ab53594_0_0"/>
          <p:cNvSpPr txBox="1"/>
          <p:nvPr/>
        </p:nvSpPr>
        <p:spPr>
          <a:xfrm>
            <a:off x="2046000" y="4590300"/>
            <a:ext cx="70980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900" u="sng">
                <a:solidFill>
                  <a:srgbClr val="1155CC"/>
                </a:solidFill>
                <a:highlight>
                  <a:srgbClr val="FFFFFF"/>
                </a:highlight>
                <a:hlinkClick r:id="rId6">
                  <a:extLst>
                    <a:ext uri="{A12FA001-AC4F-418D-AE19-62706E023703}">
                      <ahyp:hlinkClr val="tx"/>
                    </a:ext>
                  </a:extLst>
                </a:hlinkClick>
              </a:rPr>
              <a:t>https://github.com/Mangoesmapping-GeorgeCorea/FunGIS2022</a:t>
            </a:r>
            <a:r>
              <a:rPr lang="en-US" sz="1900">
                <a:solidFill>
                  <a:srgbClr val="222222"/>
                </a:solidFill>
                <a:highlight>
                  <a:srgbClr val="FFFFFF"/>
                </a:highlight>
              </a:rPr>
              <a:t> </a:t>
            </a:r>
            <a:endParaRPr sz="2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pic>
        <p:nvPicPr>
          <p:cNvPr id="781" name="Google Shape;781;g1534ab53594_0_11">
            <a:hlinkClick r:id="rId3"/>
          </p:cNvPr>
          <p:cNvPicPr preferRelativeResize="0"/>
          <p:nvPr/>
        </p:nvPicPr>
        <p:blipFill rotWithShape="1">
          <a:blip r:embed="rId4">
            <a:alphaModFix/>
          </a:blip>
          <a:srcRect b="0" l="0" r="0" t="0"/>
          <a:stretch/>
        </p:blipFill>
        <p:spPr>
          <a:xfrm>
            <a:off x="4713" y="0"/>
            <a:ext cx="9144000" cy="5143500"/>
          </a:xfrm>
          <a:prstGeom prst="rect">
            <a:avLst/>
          </a:prstGeom>
          <a:noFill/>
          <a:ln>
            <a:noFill/>
          </a:ln>
        </p:spPr>
      </p:pic>
      <p:sp>
        <p:nvSpPr>
          <p:cNvPr id="782" name="Google Shape;782;g1534ab53594_0_11"/>
          <p:cNvSpPr txBox="1"/>
          <p:nvPr/>
        </p:nvSpPr>
        <p:spPr>
          <a:xfrm>
            <a:off x="454479" y="190800"/>
            <a:ext cx="7886700" cy="5286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500"/>
              <a:buFont typeface="Arial"/>
              <a:buNone/>
            </a:pPr>
            <a:r>
              <a:rPr b="1" lang="en-US" sz="3500">
                <a:solidFill>
                  <a:srgbClr val="EE282A"/>
                </a:solidFill>
              </a:rPr>
              <a:t>Structure for Today’s Workshop</a:t>
            </a:r>
            <a:endParaRPr b="1" i="0" sz="3500" u="none" cap="none" strike="noStrike">
              <a:solidFill>
                <a:schemeClr val="dk1"/>
              </a:solidFill>
              <a:latin typeface="Arial"/>
              <a:ea typeface="Arial"/>
              <a:cs typeface="Arial"/>
              <a:sym typeface="Arial"/>
            </a:endParaRPr>
          </a:p>
        </p:txBody>
      </p:sp>
      <p:sp>
        <p:nvSpPr>
          <p:cNvPr id="783" name="Google Shape;783;g1534ab53594_0_11"/>
          <p:cNvSpPr txBox="1"/>
          <p:nvPr>
            <p:ph idx="1" type="body"/>
          </p:nvPr>
        </p:nvSpPr>
        <p:spPr>
          <a:xfrm>
            <a:off x="628650" y="912824"/>
            <a:ext cx="7886700" cy="3072900"/>
          </a:xfrm>
          <a:prstGeom prst="rect">
            <a:avLst/>
          </a:prstGeom>
          <a:noFill/>
          <a:ln>
            <a:noFill/>
          </a:ln>
        </p:spPr>
        <p:txBody>
          <a:bodyPr anchorCtr="0" anchor="t" bIns="45700" lIns="91425" spcFirstLastPara="1" rIns="91425" wrap="square" tIns="45700">
            <a:noAutofit/>
          </a:bodyPr>
          <a:lstStyle/>
          <a:p>
            <a:pPr indent="0" lvl="0" marL="114300" rtl="0" algn="l">
              <a:lnSpc>
                <a:spcPct val="90000"/>
              </a:lnSpc>
              <a:spcBef>
                <a:spcPts val="750"/>
              </a:spcBef>
              <a:spcAft>
                <a:spcPts val="0"/>
              </a:spcAft>
              <a:buSzPts val="1800"/>
              <a:buNone/>
            </a:pPr>
            <a:r>
              <a:rPr b="1" lang="en-US" sz="2000"/>
              <a:t>Publish a Web Map (~35 mins)</a:t>
            </a:r>
            <a:endParaRPr b="1" sz="2000"/>
          </a:p>
          <a:p>
            <a:pPr indent="-342900" lvl="0" marL="457200" rtl="0" algn="l">
              <a:lnSpc>
                <a:spcPct val="90000"/>
              </a:lnSpc>
              <a:spcBef>
                <a:spcPts val="750"/>
              </a:spcBef>
              <a:spcAft>
                <a:spcPts val="0"/>
              </a:spcAft>
              <a:buClr>
                <a:schemeClr val="dk1"/>
              </a:buClr>
              <a:buSzPts val="1800"/>
              <a:buChar char="•"/>
            </a:pPr>
            <a:r>
              <a:rPr lang="en-US"/>
              <a:t>Pushing Data and Projects to GISQuick</a:t>
            </a:r>
            <a:endParaRPr/>
          </a:p>
          <a:p>
            <a:pPr indent="-342900" lvl="0" marL="457200" rtl="0" algn="l">
              <a:lnSpc>
                <a:spcPct val="90000"/>
              </a:lnSpc>
              <a:spcBef>
                <a:spcPts val="750"/>
              </a:spcBef>
              <a:spcAft>
                <a:spcPts val="0"/>
              </a:spcAft>
              <a:buClr>
                <a:schemeClr val="dk1"/>
              </a:buClr>
              <a:buSzPts val="1800"/>
              <a:buChar char="•"/>
            </a:pPr>
            <a:r>
              <a:rPr lang="en-US"/>
              <a:t>Reassign Symbology and Print Layouts</a:t>
            </a:r>
            <a:endParaRPr/>
          </a:p>
          <a:p>
            <a:pPr indent="-342900" lvl="0" marL="457200" rtl="0" algn="l">
              <a:lnSpc>
                <a:spcPct val="90000"/>
              </a:lnSpc>
              <a:spcBef>
                <a:spcPts val="750"/>
              </a:spcBef>
              <a:spcAft>
                <a:spcPts val="0"/>
              </a:spcAft>
              <a:buSzPts val="1800"/>
              <a:buChar char="•"/>
            </a:pPr>
            <a:r>
              <a:rPr lang="en-US"/>
              <a:t>View and configure data views</a:t>
            </a:r>
            <a:endParaRPr/>
          </a:p>
          <a:p>
            <a:pPr indent="-228600" lvl="0" marL="457200" rtl="0" algn="l">
              <a:lnSpc>
                <a:spcPct val="90000"/>
              </a:lnSpc>
              <a:spcBef>
                <a:spcPts val="750"/>
              </a:spcBef>
              <a:spcAft>
                <a:spcPts val="0"/>
              </a:spcAft>
              <a:buClr>
                <a:schemeClr val="dk1"/>
              </a:buClr>
              <a:buSzPts val="1800"/>
              <a:buNone/>
            </a:pPr>
            <a:r>
              <a:t/>
            </a:r>
            <a:endParaRPr/>
          </a:p>
          <a:p>
            <a:pPr indent="0" lvl="0" marL="114300" rtl="0" algn="l">
              <a:lnSpc>
                <a:spcPct val="90000"/>
              </a:lnSpc>
              <a:spcBef>
                <a:spcPts val="750"/>
              </a:spcBef>
              <a:spcAft>
                <a:spcPts val="0"/>
              </a:spcAft>
              <a:buSzPts val="1800"/>
              <a:buNone/>
            </a:pPr>
            <a:r>
              <a:rPr b="1" lang="en-US" sz="2000"/>
              <a:t>Build a Mobile Data Collection Form for Field Use (~45 mins)</a:t>
            </a:r>
            <a:endParaRPr b="1" sz="2000"/>
          </a:p>
          <a:p>
            <a:pPr indent="-342900" lvl="0" marL="457200" rtl="0" algn="l">
              <a:lnSpc>
                <a:spcPct val="90000"/>
              </a:lnSpc>
              <a:spcBef>
                <a:spcPts val="750"/>
              </a:spcBef>
              <a:spcAft>
                <a:spcPts val="0"/>
              </a:spcAft>
              <a:buClr>
                <a:schemeClr val="dk1"/>
              </a:buClr>
              <a:buSzPts val="1800"/>
              <a:buChar char="•"/>
            </a:pPr>
            <a:r>
              <a:rPr lang="en-US"/>
              <a:t>Syncing Data and Projects to QFieldCloud</a:t>
            </a:r>
            <a:endParaRPr/>
          </a:p>
          <a:p>
            <a:pPr indent="-342900" lvl="0" marL="457200" rtl="0" algn="l">
              <a:lnSpc>
                <a:spcPct val="90000"/>
              </a:lnSpc>
              <a:spcBef>
                <a:spcPts val="750"/>
              </a:spcBef>
              <a:spcAft>
                <a:spcPts val="0"/>
              </a:spcAft>
              <a:buSzPts val="1800"/>
              <a:buChar char="•"/>
            </a:pPr>
            <a:r>
              <a:rPr lang="en-US"/>
              <a:t>Basics of QField on your mobile device.</a:t>
            </a:r>
            <a:endParaRPr/>
          </a:p>
          <a:p>
            <a:pPr indent="-342900" lvl="0" marL="457200" rtl="0" algn="l">
              <a:lnSpc>
                <a:spcPct val="90000"/>
              </a:lnSpc>
              <a:spcBef>
                <a:spcPts val="750"/>
              </a:spcBef>
              <a:spcAft>
                <a:spcPts val="0"/>
              </a:spcAft>
              <a:buClr>
                <a:schemeClr val="dk1"/>
              </a:buClr>
              <a:buSzPts val="1800"/>
              <a:buChar char="•"/>
            </a:pPr>
            <a:r>
              <a:rPr lang="en-US"/>
              <a:t>Creating Data Entry Forms</a:t>
            </a:r>
            <a:endParaRPr/>
          </a:p>
          <a:p>
            <a:pPr indent="-228600" lvl="0" marL="457200" rtl="0" algn="l">
              <a:lnSpc>
                <a:spcPct val="90000"/>
              </a:lnSpc>
              <a:spcBef>
                <a:spcPts val="750"/>
              </a:spcBef>
              <a:spcAft>
                <a:spcPts val="0"/>
              </a:spcAft>
              <a:buClr>
                <a:schemeClr val="dk1"/>
              </a:buClr>
              <a:buSzPts val="1800"/>
              <a:buNone/>
            </a:pPr>
            <a:r>
              <a:t/>
            </a:r>
            <a:endParaRPr/>
          </a:p>
        </p:txBody>
      </p:sp>
      <p:sp>
        <p:nvSpPr>
          <p:cNvPr id="784" name="Google Shape;784;g1534ab53594_0_11"/>
          <p:cNvSpPr txBox="1"/>
          <p:nvPr/>
        </p:nvSpPr>
        <p:spPr>
          <a:xfrm>
            <a:off x="2046000" y="4590300"/>
            <a:ext cx="70980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900" u="sng">
                <a:solidFill>
                  <a:srgbClr val="1155CC"/>
                </a:solidFill>
                <a:highlight>
                  <a:srgbClr val="FFFFFF"/>
                </a:highlight>
                <a:hlinkClick r:id="rId5">
                  <a:extLst>
                    <a:ext uri="{A12FA001-AC4F-418D-AE19-62706E023703}">
                      <ahyp:hlinkClr val="tx"/>
                    </a:ext>
                  </a:extLst>
                </a:hlinkClick>
              </a:rPr>
              <a:t>https://github.com/Mangoesmapping-GeorgeCorea/FunGIS2022</a:t>
            </a:r>
            <a:r>
              <a:rPr lang="en-US" sz="1900">
                <a:solidFill>
                  <a:srgbClr val="222222"/>
                </a:solidFill>
                <a:highlight>
                  <a:srgbClr val="FFFFFF"/>
                </a:highlight>
              </a:rPr>
              <a:t> </a:t>
            </a:r>
            <a:endParaRPr sz="2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pic>
        <p:nvPicPr>
          <p:cNvPr id="789" name="Google Shape;789;p2">
            <a:hlinkClick r:id="rId3"/>
          </p:cNvPr>
          <p:cNvPicPr preferRelativeResize="0"/>
          <p:nvPr/>
        </p:nvPicPr>
        <p:blipFill rotWithShape="1">
          <a:blip r:embed="rId4">
            <a:alphaModFix/>
          </a:blip>
          <a:srcRect b="0" l="0" r="0" t="0"/>
          <a:stretch/>
        </p:blipFill>
        <p:spPr>
          <a:xfrm>
            <a:off x="4713" y="0"/>
            <a:ext cx="9144000" cy="5143500"/>
          </a:xfrm>
          <a:prstGeom prst="rect">
            <a:avLst/>
          </a:prstGeom>
          <a:noFill/>
          <a:ln>
            <a:noFill/>
          </a:ln>
        </p:spPr>
      </p:pic>
      <p:sp>
        <p:nvSpPr>
          <p:cNvPr id="790" name="Google Shape;790;p2"/>
          <p:cNvSpPr txBox="1"/>
          <p:nvPr/>
        </p:nvSpPr>
        <p:spPr>
          <a:xfrm>
            <a:off x="454479" y="190800"/>
            <a:ext cx="7886700" cy="52863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500"/>
              <a:buFont typeface="Arial"/>
              <a:buNone/>
            </a:pPr>
            <a:r>
              <a:rPr b="1" i="0" lang="en-US" sz="3500" u="none" cap="none" strike="noStrike">
                <a:solidFill>
                  <a:srgbClr val="EE282A"/>
                </a:solidFill>
                <a:latin typeface="Arial"/>
                <a:ea typeface="Arial"/>
                <a:cs typeface="Arial"/>
                <a:sym typeface="Arial"/>
              </a:rPr>
              <a:t>Start with the end in mind… </a:t>
            </a:r>
            <a:r>
              <a:rPr b="1" i="0" lang="en-US" sz="3500" u="sng" cap="none" strike="noStrike">
                <a:solidFill>
                  <a:schemeClr val="hlink"/>
                </a:solidFill>
                <a:latin typeface="Arial"/>
                <a:ea typeface="Arial"/>
                <a:cs typeface="Arial"/>
                <a:sym typeface="Arial"/>
                <a:hlinkClick r:id="rId5"/>
              </a:rPr>
              <a:t>Web</a:t>
            </a:r>
            <a:endParaRPr b="1" i="0" sz="3500" u="none" cap="none" strike="noStrike">
              <a:solidFill>
                <a:schemeClr val="dk1"/>
              </a:solidFill>
              <a:latin typeface="Arial"/>
              <a:ea typeface="Arial"/>
              <a:cs typeface="Arial"/>
              <a:sym typeface="Arial"/>
            </a:endParaRPr>
          </a:p>
        </p:txBody>
      </p:sp>
      <p:pic>
        <p:nvPicPr>
          <p:cNvPr id="791" name="Google Shape;791;p2">
            <a:hlinkClick r:id="rId6"/>
          </p:cNvPr>
          <p:cNvPicPr preferRelativeResize="0"/>
          <p:nvPr/>
        </p:nvPicPr>
        <p:blipFill rotWithShape="1">
          <a:blip r:embed="rId7">
            <a:alphaModFix/>
          </a:blip>
          <a:srcRect b="0" l="0" r="0" t="0"/>
          <a:stretch/>
        </p:blipFill>
        <p:spPr>
          <a:xfrm>
            <a:off x="196029" y="931575"/>
            <a:ext cx="3939248" cy="2966425"/>
          </a:xfrm>
          <a:prstGeom prst="rect">
            <a:avLst/>
          </a:prstGeom>
          <a:noFill/>
          <a:ln>
            <a:noFill/>
          </a:ln>
        </p:spPr>
      </p:pic>
      <p:pic>
        <p:nvPicPr>
          <p:cNvPr id="792" name="Google Shape;792;p2"/>
          <p:cNvPicPr preferRelativeResize="0"/>
          <p:nvPr/>
        </p:nvPicPr>
        <p:blipFill rotWithShape="1">
          <a:blip r:embed="rId8">
            <a:alphaModFix/>
          </a:blip>
          <a:srcRect b="0" l="0" r="0" t="0"/>
          <a:stretch/>
        </p:blipFill>
        <p:spPr>
          <a:xfrm>
            <a:off x="3575070" y="1680549"/>
            <a:ext cx="2693925" cy="2808076"/>
          </a:xfrm>
          <a:prstGeom prst="rect">
            <a:avLst/>
          </a:prstGeom>
          <a:noFill/>
          <a:ln>
            <a:noFill/>
          </a:ln>
        </p:spPr>
      </p:pic>
      <p:pic>
        <p:nvPicPr>
          <p:cNvPr id="793" name="Google Shape;793;p2"/>
          <p:cNvPicPr preferRelativeResize="0"/>
          <p:nvPr/>
        </p:nvPicPr>
        <p:blipFill rotWithShape="1">
          <a:blip r:embed="rId9">
            <a:alphaModFix/>
          </a:blip>
          <a:srcRect b="0" l="0" r="0" t="0"/>
          <a:stretch/>
        </p:blipFill>
        <p:spPr>
          <a:xfrm>
            <a:off x="6372500" y="719425"/>
            <a:ext cx="2576724" cy="2600201"/>
          </a:xfrm>
          <a:prstGeom prst="rect">
            <a:avLst/>
          </a:prstGeom>
          <a:noFill/>
          <a:ln>
            <a:noFill/>
          </a:ln>
        </p:spPr>
      </p:pic>
      <p:pic>
        <p:nvPicPr>
          <p:cNvPr id="794" name="Google Shape;794;p2">
            <a:hlinkClick r:id="rId10"/>
          </p:cNvPr>
          <p:cNvPicPr preferRelativeResize="0"/>
          <p:nvPr/>
        </p:nvPicPr>
        <p:blipFill rotWithShape="1">
          <a:blip r:embed="rId11">
            <a:alphaModFix/>
          </a:blip>
          <a:srcRect b="22636" l="0" r="0" t="0"/>
          <a:stretch/>
        </p:blipFill>
        <p:spPr>
          <a:xfrm>
            <a:off x="6372500" y="2970500"/>
            <a:ext cx="2576726" cy="1518125"/>
          </a:xfrm>
          <a:prstGeom prst="rect">
            <a:avLst/>
          </a:prstGeom>
          <a:noFill/>
          <a:ln>
            <a:noFill/>
          </a:ln>
        </p:spPr>
      </p:pic>
      <p:sp>
        <p:nvSpPr>
          <p:cNvPr id="795" name="Google Shape;795;p2"/>
          <p:cNvSpPr txBox="1"/>
          <p:nvPr/>
        </p:nvSpPr>
        <p:spPr>
          <a:xfrm>
            <a:off x="299375" y="3811525"/>
            <a:ext cx="3275700" cy="677100"/>
          </a:xfrm>
          <a:prstGeom prst="rect">
            <a:avLst/>
          </a:prstGeom>
          <a:solidFill>
            <a:schemeClr val="dk1"/>
          </a:solid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accent3"/>
                </a:solidFill>
                <a:latin typeface="Open Sans"/>
                <a:ea typeface="Open Sans"/>
                <a:cs typeface="Open Sans"/>
                <a:sym typeface="Open Sans"/>
              </a:rPr>
              <a:t>Scaled Legend, Pop-Ups, Search and Attributes</a:t>
            </a:r>
            <a:endParaRPr b="1" i="0" sz="1600" u="none" cap="none" strike="noStrike">
              <a:solidFill>
                <a:schemeClr val="accent3"/>
              </a:solidFill>
              <a:latin typeface="Open Sans"/>
              <a:ea typeface="Open Sans"/>
              <a:cs typeface="Open Sans"/>
              <a:sym typeface="Open Sans"/>
            </a:endParaRPr>
          </a:p>
        </p:txBody>
      </p:sp>
      <p:sp>
        <p:nvSpPr>
          <p:cNvPr id="796" name="Google Shape;796;p2"/>
          <p:cNvSpPr txBox="1"/>
          <p:nvPr/>
        </p:nvSpPr>
        <p:spPr>
          <a:xfrm>
            <a:off x="6269000" y="2539400"/>
            <a:ext cx="2680200" cy="431100"/>
          </a:xfrm>
          <a:prstGeom prst="rect">
            <a:avLst/>
          </a:prstGeom>
          <a:solidFill>
            <a:schemeClr val="dk1"/>
          </a:solid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accent3"/>
                </a:solidFill>
                <a:latin typeface="Open Sans"/>
                <a:ea typeface="Open Sans"/>
                <a:cs typeface="Open Sans"/>
                <a:sym typeface="Open Sans"/>
              </a:rPr>
              <a:t>Measure and Print</a:t>
            </a:r>
            <a:endParaRPr b="1" i="0" sz="1600" u="none" cap="none" strike="noStrike">
              <a:solidFill>
                <a:schemeClr val="accent3"/>
              </a:solidFill>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pic>
        <p:nvPicPr>
          <p:cNvPr id="801" name="Google Shape;801;g152440a6e00_0_0"/>
          <p:cNvPicPr preferRelativeResize="0"/>
          <p:nvPr/>
        </p:nvPicPr>
        <p:blipFill rotWithShape="1">
          <a:blip r:embed="rId3">
            <a:alphaModFix/>
          </a:blip>
          <a:srcRect b="0" l="0" r="0" t="0"/>
          <a:stretch/>
        </p:blipFill>
        <p:spPr>
          <a:xfrm>
            <a:off x="0" y="0"/>
            <a:ext cx="9144002" cy="5143501"/>
          </a:xfrm>
          <a:prstGeom prst="rect">
            <a:avLst/>
          </a:prstGeom>
          <a:noFill/>
          <a:ln>
            <a:noFill/>
          </a:ln>
        </p:spPr>
      </p:pic>
      <p:sp>
        <p:nvSpPr>
          <p:cNvPr id="802" name="Google Shape;802;g152440a6e00_0_0"/>
          <p:cNvSpPr txBox="1"/>
          <p:nvPr/>
        </p:nvSpPr>
        <p:spPr>
          <a:xfrm>
            <a:off x="454479" y="190800"/>
            <a:ext cx="7886700" cy="5286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rgbClr val="EE282A"/>
                </a:solidFill>
                <a:latin typeface="Arial"/>
                <a:ea typeface="Arial"/>
                <a:cs typeface="Arial"/>
                <a:sym typeface="Arial"/>
              </a:rPr>
              <a:t>Start with the end in mind… Mobile</a:t>
            </a:r>
            <a:endParaRPr b="1" i="0" sz="3300" u="none" cap="none" strike="noStrike">
              <a:solidFill>
                <a:schemeClr val="dk1"/>
              </a:solidFill>
              <a:latin typeface="Arial"/>
              <a:ea typeface="Arial"/>
              <a:cs typeface="Arial"/>
              <a:sym typeface="Arial"/>
            </a:endParaRPr>
          </a:p>
        </p:txBody>
      </p:sp>
      <p:pic>
        <p:nvPicPr>
          <p:cNvPr id="803" name="Google Shape;803;g152440a6e00_0_0"/>
          <p:cNvPicPr preferRelativeResize="0"/>
          <p:nvPr/>
        </p:nvPicPr>
        <p:blipFill rotWithShape="1">
          <a:blip r:embed="rId4">
            <a:alphaModFix/>
          </a:blip>
          <a:srcRect b="0" l="0" r="0" t="0"/>
          <a:stretch/>
        </p:blipFill>
        <p:spPr>
          <a:xfrm>
            <a:off x="188025" y="753075"/>
            <a:ext cx="5362476" cy="3789774"/>
          </a:xfrm>
          <a:prstGeom prst="rect">
            <a:avLst/>
          </a:prstGeom>
          <a:noFill/>
          <a:ln>
            <a:noFill/>
          </a:ln>
        </p:spPr>
      </p:pic>
      <p:pic>
        <p:nvPicPr>
          <p:cNvPr id="804" name="Google Shape;804;g152440a6e00_0_0"/>
          <p:cNvPicPr preferRelativeResize="0"/>
          <p:nvPr/>
        </p:nvPicPr>
        <p:blipFill rotWithShape="1">
          <a:blip r:embed="rId5">
            <a:alphaModFix/>
          </a:blip>
          <a:srcRect b="0" l="0" r="0" t="0"/>
          <a:stretch/>
        </p:blipFill>
        <p:spPr>
          <a:xfrm>
            <a:off x="5627725" y="763111"/>
            <a:ext cx="1650050" cy="3617274"/>
          </a:xfrm>
          <a:prstGeom prst="rect">
            <a:avLst/>
          </a:prstGeom>
          <a:noFill/>
          <a:ln>
            <a:noFill/>
          </a:ln>
        </p:spPr>
      </p:pic>
      <p:sp>
        <p:nvSpPr>
          <p:cNvPr id="805" name="Google Shape;805;g152440a6e00_0_0"/>
          <p:cNvSpPr txBox="1"/>
          <p:nvPr/>
        </p:nvSpPr>
        <p:spPr>
          <a:xfrm>
            <a:off x="5627775" y="2250813"/>
            <a:ext cx="1650000" cy="431100"/>
          </a:xfrm>
          <a:prstGeom prst="rect">
            <a:avLst/>
          </a:prstGeom>
          <a:solidFill>
            <a:schemeClr val="dk1"/>
          </a:solid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accent3"/>
                </a:solidFill>
                <a:latin typeface="Open Sans"/>
                <a:ea typeface="Open Sans"/>
                <a:cs typeface="Open Sans"/>
                <a:sym typeface="Open Sans"/>
              </a:rPr>
              <a:t>Map View</a:t>
            </a:r>
            <a:endParaRPr b="1" i="0" sz="1600" u="none" cap="none" strike="noStrike">
              <a:solidFill>
                <a:schemeClr val="accent3"/>
              </a:solidFill>
              <a:latin typeface="Open Sans"/>
              <a:ea typeface="Open Sans"/>
              <a:cs typeface="Open Sans"/>
              <a:sym typeface="Open Sans"/>
            </a:endParaRPr>
          </a:p>
        </p:txBody>
      </p:sp>
      <p:pic>
        <p:nvPicPr>
          <p:cNvPr id="806" name="Google Shape;806;g152440a6e00_0_0"/>
          <p:cNvPicPr preferRelativeResize="0"/>
          <p:nvPr/>
        </p:nvPicPr>
        <p:blipFill rotWithShape="1">
          <a:blip r:embed="rId6">
            <a:alphaModFix/>
          </a:blip>
          <a:srcRect b="0" l="0" r="0" t="0"/>
          <a:stretch/>
        </p:blipFill>
        <p:spPr>
          <a:xfrm>
            <a:off x="7355003" y="801513"/>
            <a:ext cx="1739600" cy="3692876"/>
          </a:xfrm>
          <a:prstGeom prst="rect">
            <a:avLst/>
          </a:prstGeom>
          <a:noFill/>
          <a:ln>
            <a:noFill/>
          </a:ln>
        </p:spPr>
      </p:pic>
      <p:sp>
        <p:nvSpPr>
          <p:cNvPr id="807" name="Google Shape;807;g152440a6e00_0_0"/>
          <p:cNvSpPr txBox="1"/>
          <p:nvPr/>
        </p:nvSpPr>
        <p:spPr>
          <a:xfrm>
            <a:off x="7355000" y="2327013"/>
            <a:ext cx="1431600" cy="431100"/>
          </a:xfrm>
          <a:prstGeom prst="rect">
            <a:avLst/>
          </a:prstGeom>
          <a:solidFill>
            <a:schemeClr val="dk1"/>
          </a:solid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accent3"/>
                </a:solidFill>
                <a:latin typeface="Open Sans"/>
                <a:ea typeface="Open Sans"/>
                <a:cs typeface="Open Sans"/>
                <a:sym typeface="Open Sans"/>
              </a:rPr>
              <a:t>Layer View</a:t>
            </a:r>
            <a:endParaRPr b="1" i="0" sz="1600" u="none" cap="none" strike="noStrike">
              <a:solidFill>
                <a:schemeClr val="accent3"/>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pic>
        <p:nvPicPr>
          <p:cNvPr descr="Cloud computing concept. information technology. desktop pc, laptop and mobile devises synced in the cloud. isometric  illustration,  on blue background." id="812" name="Google Shape;812;p5"/>
          <p:cNvPicPr preferRelativeResize="0"/>
          <p:nvPr/>
        </p:nvPicPr>
        <p:blipFill rotWithShape="1">
          <a:blip r:embed="rId3">
            <a:alphaModFix/>
          </a:blip>
          <a:srcRect b="0" l="0" r="0" t="0"/>
          <a:stretch/>
        </p:blipFill>
        <p:spPr>
          <a:xfrm>
            <a:off x="1590675" y="533400"/>
            <a:ext cx="5962650" cy="4076700"/>
          </a:xfrm>
          <a:prstGeom prst="rect">
            <a:avLst/>
          </a:prstGeom>
          <a:noFill/>
          <a:ln>
            <a:noFill/>
          </a:ln>
        </p:spPr>
      </p:pic>
      <p:pic>
        <p:nvPicPr>
          <p:cNvPr id="813" name="Google Shape;813;p5"/>
          <p:cNvPicPr preferRelativeResize="0"/>
          <p:nvPr/>
        </p:nvPicPr>
        <p:blipFill>
          <a:blip r:embed="rId4">
            <a:alphaModFix/>
          </a:blip>
          <a:stretch>
            <a:fillRect/>
          </a:stretch>
        </p:blipFill>
        <p:spPr>
          <a:xfrm>
            <a:off x="3018350" y="1453900"/>
            <a:ext cx="390150" cy="590375"/>
          </a:xfrm>
          <a:prstGeom prst="rect">
            <a:avLst/>
          </a:prstGeom>
          <a:noFill/>
          <a:ln>
            <a:noFill/>
          </a:ln>
        </p:spPr>
      </p:pic>
      <p:pic>
        <p:nvPicPr>
          <p:cNvPr id="814" name="Google Shape;814;p5"/>
          <p:cNvPicPr preferRelativeResize="0"/>
          <p:nvPr/>
        </p:nvPicPr>
        <p:blipFill>
          <a:blip r:embed="rId5">
            <a:alphaModFix/>
          </a:blip>
          <a:stretch>
            <a:fillRect/>
          </a:stretch>
        </p:blipFill>
        <p:spPr>
          <a:xfrm flipH="1">
            <a:off x="3787475" y="3771250"/>
            <a:ext cx="355500" cy="355500"/>
          </a:xfrm>
          <a:prstGeom prst="rect">
            <a:avLst/>
          </a:prstGeom>
          <a:noFill/>
          <a:ln>
            <a:noFill/>
          </a:ln>
        </p:spPr>
      </p:pic>
      <p:pic>
        <p:nvPicPr>
          <p:cNvPr id="815" name="Google Shape;815;p5"/>
          <p:cNvPicPr preferRelativeResize="0"/>
          <p:nvPr/>
        </p:nvPicPr>
        <p:blipFill>
          <a:blip r:embed="rId5">
            <a:alphaModFix/>
          </a:blip>
          <a:stretch>
            <a:fillRect/>
          </a:stretch>
        </p:blipFill>
        <p:spPr>
          <a:xfrm flipH="1">
            <a:off x="5927725" y="2715900"/>
            <a:ext cx="205300" cy="205300"/>
          </a:xfrm>
          <a:prstGeom prst="rect">
            <a:avLst/>
          </a:prstGeom>
          <a:noFill/>
          <a:ln>
            <a:noFill/>
          </a:ln>
        </p:spPr>
      </p:pic>
      <p:pic>
        <p:nvPicPr>
          <p:cNvPr id="816" name="Google Shape;816;p5"/>
          <p:cNvPicPr preferRelativeResize="0"/>
          <p:nvPr/>
        </p:nvPicPr>
        <p:blipFill>
          <a:blip r:embed="rId6">
            <a:alphaModFix/>
          </a:blip>
          <a:stretch>
            <a:fillRect/>
          </a:stretch>
        </p:blipFill>
        <p:spPr>
          <a:xfrm>
            <a:off x="3931350" y="2411325"/>
            <a:ext cx="355500" cy="355500"/>
          </a:xfrm>
          <a:prstGeom prst="rect">
            <a:avLst/>
          </a:prstGeom>
          <a:noFill/>
          <a:ln>
            <a:noFill/>
          </a:ln>
        </p:spPr>
      </p:pic>
      <p:pic>
        <p:nvPicPr>
          <p:cNvPr id="817" name="Google Shape;817;p5"/>
          <p:cNvPicPr preferRelativeResize="0"/>
          <p:nvPr/>
        </p:nvPicPr>
        <p:blipFill>
          <a:blip r:embed="rId7">
            <a:alphaModFix/>
          </a:blip>
          <a:stretch>
            <a:fillRect/>
          </a:stretch>
        </p:blipFill>
        <p:spPr>
          <a:xfrm>
            <a:off x="3212513" y="2044275"/>
            <a:ext cx="574962" cy="390150"/>
          </a:xfrm>
          <a:prstGeom prst="rect">
            <a:avLst/>
          </a:prstGeom>
          <a:noFill/>
          <a:ln>
            <a:noFill/>
          </a:ln>
        </p:spPr>
      </p:pic>
      <p:pic>
        <p:nvPicPr>
          <p:cNvPr id="818" name="Google Shape;818;p5"/>
          <p:cNvPicPr preferRelativeResize="0"/>
          <p:nvPr/>
        </p:nvPicPr>
        <p:blipFill>
          <a:blip r:embed="rId8">
            <a:alphaModFix/>
          </a:blip>
          <a:stretch>
            <a:fillRect/>
          </a:stretch>
        </p:blipFill>
        <p:spPr>
          <a:xfrm flipH="1">
            <a:off x="4520850" y="2819225"/>
            <a:ext cx="284400" cy="284400"/>
          </a:xfrm>
          <a:prstGeom prst="rect">
            <a:avLst/>
          </a:prstGeom>
          <a:noFill/>
          <a:ln>
            <a:noFill/>
          </a:ln>
        </p:spPr>
      </p:pic>
      <p:pic>
        <p:nvPicPr>
          <p:cNvPr id="819" name="Google Shape;819;p5"/>
          <p:cNvPicPr preferRelativeResize="0"/>
          <p:nvPr/>
        </p:nvPicPr>
        <p:blipFill>
          <a:blip r:embed="rId9">
            <a:alphaModFix/>
          </a:blip>
          <a:stretch>
            <a:fillRect/>
          </a:stretch>
        </p:blipFill>
        <p:spPr>
          <a:xfrm>
            <a:off x="6081350" y="1360050"/>
            <a:ext cx="684225" cy="684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62626"/>
        </a:solidFill>
      </p:bgPr>
    </p:bg>
    <p:spTree>
      <p:nvGrpSpPr>
        <p:cNvPr id="823" name="Shape 823"/>
        <p:cNvGrpSpPr/>
        <p:nvPr/>
      </p:nvGrpSpPr>
      <p:grpSpPr>
        <a:xfrm>
          <a:off x="0" y="0"/>
          <a:ext cx="0" cy="0"/>
          <a:chOff x="0" y="0"/>
          <a:chExt cx="0" cy="0"/>
        </a:xfrm>
      </p:grpSpPr>
      <p:pic>
        <p:nvPicPr>
          <p:cNvPr id="824" name="Google Shape;824;p9"/>
          <p:cNvPicPr preferRelativeResize="0"/>
          <p:nvPr/>
        </p:nvPicPr>
        <p:blipFill rotWithShape="1">
          <a:blip r:embed="rId3">
            <a:alphaModFix/>
          </a:blip>
          <a:srcRect b="0" l="0" r="0" t="88575"/>
          <a:stretch/>
        </p:blipFill>
        <p:spPr>
          <a:xfrm>
            <a:off x="5060" y="4563291"/>
            <a:ext cx="9158869" cy="588572"/>
          </a:xfrm>
          <a:prstGeom prst="rect">
            <a:avLst/>
          </a:prstGeom>
          <a:noFill/>
          <a:ln>
            <a:noFill/>
          </a:ln>
        </p:spPr>
      </p:pic>
      <p:grpSp>
        <p:nvGrpSpPr>
          <p:cNvPr id="825" name="Google Shape;825;p9"/>
          <p:cNvGrpSpPr/>
          <p:nvPr/>
        </p:nvGrpSpPr>
        <p:grpSpPr>
          <a:xfrm>
            <a:off x="574765" y="519290"/>
            <a:ext cx="7994469" cy="3685693"/>
            <a:chOff x="574765" y="519290"/>
            <a:chExt cx="7994469" cy="3685693"/>
          </a:xfrm>
        </p:grpSpPr>
        <p:sp>
          <p:nvSpPr>
            <p:cNvPr id="826" name="Google Shape;826;p9"/>
            <p:cNvSpPr/>
            <p:nvPr/>
          </p:nvSpPr>
          <p:spPr>
            <a:xfrm>
              <a:off x="574765" y="519290"/>
              <a:ext cx="7994469" cy="3685693"/>
            </a:xfrm>
            <a:prstGeom prst="rect">
              <a:avLst/>
            </a:prstGeom>
            <a:noFill/>
            <a:ln cap="flat" cmpd="sng" w="1016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cxnSp>
          <p:nvCxnSpPr>
            <p:cNvPr id="827" name="Google Shape;827;p9"/>
            <p:cNvCxnSpPr/>
            <p:nvPr/>
          </p:nvCxnSpPr>
          <p:spPr>
            <a:xfrm>
              <a:off x="2534194" y="519290"/>
              <a:ext cx="4127863" cy="0"/>
            </a:xfrm>
            <a:prstGeom prst="straightConnector1">
              <a:avLst/>
            </a:prstGeom>
            <a:noFill/>
            <a:ln cap="flat" cmpd="sng" w="101600">
              <a:solidFill>
                <a:srgbClr val="262626"/>
              </a:solidFill>
              <a:prstDash val="solid"/>
              <a:miter lim="800000"/>
              <a:headEnd len="sm" w="sm" type="none"/>
              <a:tailEnd len="sm" w="sm" type="none"/>
            </a:ln>
          </p:spPr>
        </p:cxnSp>
      </p:grpSp>
      <p:sp>
        <p:nvSpPr>
          <p:cNvPr id="828" name="Google Shape;828;p9"/>
          <p:cNvSpPr txBox="1"/>
          <p:nvPr/>
        </p:nvSpPr>
        <p:spPr>
          <a:xfrm>
            <a:off x="1568607" y="1680314"/>
            <a:ext cx="5937250" cy="1160463"/>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999999"/>
              </a:buClr>
              <a:buSzPts val="4800"/>
              <a:buFont typeface="Montserrat"/>
              <a:buNone/>
            </a:pPr>
            <a:r>
              <a:rPr b="1" i="0" lang="en-US" sz="4800" u="none" cap="none" strike="noStrike">
                <a:solidFill>
                  <a:srgbClr val="FF9E00"/>
                </a:solidFill>
                <a:latin typeface="Arial"/>
                <a:ea typeface="Arial"/>
                <a:cs typeface="Arial"/>
                <a:sym typeface="Arial"/>
              </a:rPr>
              <a:t>⭡ GISQuick</a:t>
            </a:r>
            <a:endParaRPr b="1" i="0" sz="4800" u="none" cap="none" strike="noStrike">
              <a:solidFill>
                <a:srgbClr val="FF9E00"/>
              </a:solidFill>
              <a:latin typeface="Arial"/>
              <a:ea typeface="Arial"/>
              <a:cs typeface="Arial"/>
              <a:sym typeface="Arial"/>
            </a:endParaRPr>
          </a:p>
        </p:txBody>
      </p:sp>
      <p:sp>
        <p:nvSpPr>
          <p:cNvPr id="829" name="Google Shape;829;p9"/>
          <p:cNvSpPr txBox="1"/>
          <p:nvPr/>
        </p:nvSpPr>
        <p:spPr>
          <a:xfrm>
            <a:off x="1568607" y="2641312"/>
            <a:ext cx="5937250" cy="785812"/>
          </a:xfrm>
          <a:prstGeom prst="rect">
            <a:avLst/>
          </a:prstGeom>
          <a:noFill/>
          <a:ln>
            <a:noFill/>
          </a:ln>
        </p:spPr>
        <p:txBody>
          <a:bodyPr anchorCtr="0" anchor="t" bIns="45700" lIns="91425" spcFirstLastPara="1" rIns="91425" wrap="square" tIns="45700">
            <a:noAutofit/>
          </a:bodyPr>
          <a:lstStyle/>
          <a:p>
            <a:pPr indent="-171450" lvl="0" marL="171450" marR="0" rtl="0" algn="ctr">
              <a:lnSpc>
                <a:spcPct val="90000"/>
              </a:lnSpc>
              <a:spcBef>
                <a:spcPts val="750"/>
              </a:spcBef>
              <a:spcAft>
                <a:spcPts val="0"/>
              </a:spcAft>
              <a:buClr>
                <a:srgbClr val="CCCCCC"/>
              </a:buClr>
              <a:buSzPts val="1920"/>
              <a:buFont typeface="Oi"/>
              <a:buNone/>
            </a:pPr>
            <a:r>
              <a:rPr b="0" i="0" lang="en-US" sz="2400" u="none" cap="none" strike="noStrike">
                <a:solidFill>
                  <a:srgbClr val="CCCCCC"/>
                </a:solidFill>
                <a:latin typeface="Arial"/>
                <a:ea typeface="Arial"/>
                <a:cs typeface="Arial"/>
                <a:sym typeface="Arial"/>
              </a:rPr>
              <a:t>(Free) system for quickly viewing projects online</a:t>
            </a:r>
            <a:endParaRPr b="0" i="0" sz="1400" u="none" cap="none" strike="noStrike">
              <a:solidFill>
                <a:srgbClr val="000000"/>
              </a:solidFill>
              <a:latin typeface="Arial"/>
              <a:ea typeface="Arial"/>
              <a:cs typeface="Arial"/>
              <a:sym typeface="Arial"/>
            </a:endParaRPr>
          </a:p>
        </p:txBody>
      </p:sp>
      <p:grpSp>
        <p:nvGrpSpPr>
          <p:cNvPr id="830" name="Google Shape;830;p9"/>
          <p:cNvGrpSpPr/>
          <p:nvPr/>
        </p:nvGrpSpPr>
        <p:grpSpPr>
          <a:xfrm>
            <a:off x="5113681" y="375417"/>
            <a:ext cx="676282" cy="1104905"/>
            <a:chOff x="6730350" y="2315900"/>
            <a:chExt cx="257700" cy="420100"/>
          </a:xfrm>
        </p:grpSpPr>
        <p:sp>
          <p:nvSpPr>
            <p:cNvPr id="831" name="Google Shape;831;p9"/>
            <p:cNvSpPr/>
            <p:nvPr/>
          </p:nvSpPr>
          <p:spPr>
            <a:xfrm>
              <a:off x="6807900" y="2671250"/>
              <a:ext cx="102600" cy="22625"/>
            </a:xfrm>
            <a:custGeom>
              <a:rect b="b" l="l" r="r" t="t"/>
              <a:pathLst>
                <a:path extrusionOk="0" h="905" w="4104">
                  <a:moveTo>
                    <a:pt x="1" y="1"/>
                  </a:moveTo>
                  <a:lnTo>
                    <a:pt x="1" y="905"/>
                  </a:lnTo>
                  <a:lnTo>
                    <a:pt x="4104" y="905"/>
                  </a:lnTo>
                  <a:lnTo>
                    <a:pt x="4104" y="1"/>
                  </a:lnTo>
                  <a:lnTo>
                    <a:pt x="1" y="1"/>
                  </a:lnTo>
                  <a:close/>
                </a:path>
              </a:pathLst>
            </a:custGeom>
            <a:solidFill>
              <a:srgbClr val="FF9E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Calibri"/>
                <a:ea typeface="Calibri"/>
                <a:cs typeface="Calibri"/>
                <a:sym typeface="Calibri"/>
              </a:endParaRPr>
            </a:p>
          </p:txBody>
        </p:sp>
        <p:sp>
          <p:nvSpPr>
            <p:cNvPr id="832" name="Google Shape;832;p9"/>
            <p:cNvSpPr/>
            <p:nvPr/>
          </p:nvSpPr>
          <p:spPr>
            <a:xfrm>
              <a:off x="6807900" y="2636450"/>
              <a:ext cx="102600" cy="22625"/>
            </a:xfrm>
            <a:custGeom>
              <a:rect b="b" l="l" r="r" t="t"/>
              <a:pathLst>
                <a:path extrusionOk="0" h="905" w="4104">
                  <a:moveTo>
                    <a:pt x="1" y="1"/>
                  </a:moveTo>
                  <a:lnTo>
                    <a:pt x="1" y="905"/>
                  </a:lnTo>
                  <a:lnTo>
                    <a:pt x="4104" y="905"/>
                  </a:lnTo>
                  <a:lnTo>
                    <a:pt x="4104" y="1"/>
                  </a:lnTo>
                  <a:lnTo>
                    <a:pt x="1" y="1"/>
                  </a:lnTo>
                  <a:close/>
                </a:path>
              </a:pathLst>
            </a:custGeom>
            <a:solidFill>
              <a:srgbClr val="FF9E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Calibri"/>
                <a:ea typeface="Calibri"/>
                <a:cs typeface="Calibri"/>
                <a:sym typeface="Calibri"/>
              </a:endParaRPr>
            </a:p>
          </p:txBody>
        </p:sp>
        <p:sp>
          <p:nvSpPr>
            <p:cNvPr id="833" name="Google Shape;833;p9"/>
            <p:cNvSpPr/>
            <p:nvPr/>
          </p:nvSpPr>
          <p:spPr>
            <a:xfrm>
              <a:off x="6807900" y="2706075"/>
              <a:ext cx="102600" cy="29925"/>
            </a:xfrm>
            <a:custGeom>
              <a:rect b="b" l="l" r="r" t="t"/>
              <a:pathLst>
                <a:path extrusionOk="0" h="1197" w="4104">
                  <a:moveTo>
                    <a:pt x="1" y="0"/>
                  </a:moveTo>
                  <a:lnTo>
                    <a:pt x="1" y="171"/>
                  </a:lnTo>
                  <a:lnTo>
                    <a:pt x="25" y="318"/>
                  </a:lnTo>
                  <a:lnTo>
                    <a:pt x="98" y="464"/>
                  </a:lnTo>
                  <a:lnTo>
                    <a:pt x="196" y="586"/>
                  </a:lnTo>
                  <a:lnTo>
                    <a:pt x="343" y="660"/>
                  </a:lnTo>
                  <a:lnTo>
                    <a:pt x="1881" y="1172"/>
                  </a:lnTo>
                  <a:lnTo>
                    <a:pt x="2052" y="1197"/>
                  </a:lnTo>
                  <a:lnTo>
                    <a:pt x="2223" y="1172"/>
                  </a:lnTo>
                  <a:lnTo>
                    <a:pt x="3762" y="660"/>
                  </a:lnTo>
                  <a:lnTo>
                    <a:pt x="3908" y="586"/>
                  </a:lnTo>
                  <a:lnTo>
                    <a:pt x="4006" y="464"/>
                  </a:lnTo>
                  <a:lnTo>
                    <a:pt x="4079" y="318"/>
                  </a:lnTo>
                  <a:lnTo>
                    <a:pt x="4104" y="171"/>
                  </a:lnTo>
                  <a:lnTo>
                    <a:pt x="4104" y="0"/>
                  </a:lnTo>
                  <a:lnTo>
                    <a:pt x="1" y="0"/>
                  </a:lnTo>
                  <a:close/>
                </a:path>
              </a:pathLst>
            </a:custGeom>
            <a:solidFill>
              <a:srgbClr val="FF9E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Calibri"/>
                <a:ea typeface="Calibri"/>
                <a:cs typeface="Calibri"/>
                <a:sym typeface="Calibri"/>
              </a:endParaRPr>
            </a:p>
          </p:txBody>
        </p:sp>
        <p:sp>
          <p:nvSpPr>
            <p:cNvPr id="834" name="Google Shape;834;p9"/>
            <p:cNvSpPr/>
            <p:nvPr/>
          </p:nvSpPr>
          <p:spPr>
            <a:xfrm>
              <a:off x="6811575" y="2463675"/>
              <a:ext cx="95275" cy="160600"/>
            </a:xfrm>
            <a:custGeom>
              <a:rect b="b" l="l" r="r" t="t"/>
              <a:pathLst>
                <a:path extrusionOk="0" h="6424" w="3811">
                  <a:moveTo>
                    <a:pt x="1905" y="0"/>
                  </a:moveTo>
                  <a:lnTo>
                    <a:pt x="928" y="831"/>
                  </a:lnTo>
                  <a:lnTo>
                    <a:pt x="855" y="879"/>
                  </a:lnTo>
                  <a:lnTo>
                    <a:pt x="782" y="904"/>
                  </a:lnTo>
                  <a:lnTo>
                    <a:pt x="684" y="879"/>
                  </a:lnTo>
                  <a:lnTo>
                    <a:pt x="611" y="831"/>
                  </a:lnTo>
                  <a:lnTo>
                    <a:pt x="0" y="318"/>
                  </a:lnTo>
                  <a:lnTo>
                    <a:pt x="1319" y="6423"/>
                  </a:lnTo>
                  <a:lnTo>
                    <a:pt x="2491" y="6423"/>
                  </a:lnTo>
                  <a:lnTo>
                    <a:pt x="3810" y="318"/>
                  </a:lnTo>
                  <a:lnTo>
                    <a:pt x="3200" y="831"/>
                  </a:lnTo>
                  <a:lnTo>
                    <a:pt x="3126" y="879"/>
                  </a:lnTo>
                  <a:lnTo>
                    <a:pt x="3029" y="904"/>
                  </a:lnTo>
                  <a:lnTo>
                    <a:pt x="2955" y="879"/>
                  </a:lnTo>
                  <a:lnTo>
                    <a:pt x="2882" y="831"/>
                  </a:lnTo>
                  <a:lnTo>
                    <a:pt x="1905" y="0"/>
                  </a:lnTo>
                  <a:close/>
                </a:path>
              </a:pathLst>
            </a:custGeom>
            <a:solidFill>
              <a:srgbClr val="FF9E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Calibri"/>
                <a:ea typeface="Calibri"/>
                <a:cs typeface="Calibri"/>
                <a:sym typeface="Calibri"/>
              </a:endParaRPr>
            </a:p>
          </p:txBody>
        </p:sp>
        <p:sp>
          <p:nvSpPr>
            <p:cNvPr id="835" name="Google Shape;835;p9"/>
            <p:cNvSpPr/>
            <p:nvPr/>
          </p:nvSpPr>
          <p:spPr>
            <a:xfrm>
              <a:off x="6730350" y="2315900"/>
              <a:ext cx="257700" cy="308375"/>
            </a:xfrm>
            <a:custGeom>
              <a:rect b="b" l="l" r="r" t="t"/>
              <a:pathLst>
                <a:path extrusionOk="0" h="12335" w="10308">
                  <a:moveTo>
                    <a:pt x="5154" y="1"/>
                  </a:moveTo>
                  <a:lnTo>
                    <a:pt x="4617" y="25"/>
                  </a:lnTo>
                  <a:lnTo>
                    <a:pt x="4128" y="98"/>
                  </a:lnTo>
                  <a:lnTo>
                    <a:pt x="3615" y="245"/>
                  </a:lnTo>
                  <a:lnTo>
                    <a:pt x="3151" y="416"/>
                  </a:lnTo>
                  <a:lnTo>
                    <a:pt x="2712" y="636"/>
                  </a:lnTo>
                  <a:lnTo>
                    <a:pt x="2272" y="880"/>
                  </a:lnTo>
                  <a:lnTo>
                    <a:pt x="1881" y="1173"/>
                  </a:lnTo>
                  <a:lnTo>
                    <a:pt x="1515" y="1515"/>
                  </a:lnTo>
                  <a:lnTo>
                    <a:pt x="1198" y="1881"/>
                  </a:lnTo>
                  <a:lnTo>
                    <a:pt x="880" y="2272"/>
                  </a:lnTo>
                  <a:lnTo>
                    <a:pt x="636" y="2687"/>
                  </a:lnTo>
                  <a:lnTo>
                    <a:pt x="416" y="3151"/>
                  </a:lnTo>
                  <a:lnTo>
                    <a:pt x="245" y="3615"/>
                  </a:lnTo>
                  <a:lnTo>
                    <a:pt x="123" y="4104"/>
                  </a:lnTo>
                  <a:lnTo>
                    <a:pt x="50" y="4617"/>
                  </a:lnTo>
                  <a:lnTo>
                    <a:pt x="1" y="5154"/>
                  </a:lnTo>
                  <a:lnTo>
                    <a:pt x="25" y="5423"/>
                  </a:lnTo>
                  <a:lnTo>
                    <a:pt x="50" y="5691"/>
                  </a:lnTo>
                  <a:lnTo>
                    <a:pt x="123" y="6204"/>
                  </a:lnTo>
                  <a:lnTo>
                    <a:pt x="245" y="6693"/>
                  </a:lnTo>
                  <a:lnTo>
                    <a:pt x="416" y="7132"/>
                  </a:lnTo>
                  <a:lnTo>
                    <a:pt x="636" y="7572"/>
                  </a:lnTo>
                  <a:lnTo>
                    <a:pt x="856" y="7963"/>
                  </a:lnTo>
                  <a:lnTo>
                    <a:pt x="1100" y="8353"/>
                  </a:lnTo>
                  <a:lnTo>
                    <a:pt x="1369" y="8744"/>
                  </a:lnTo>
                  <a:lnTo>
                    <a:pt x="1906" y="9526"/>
                  </a:lnTo>
                  <a:lnTo>
                    <a:pt x="2150" y="9941"/>
                  </a:lnTo>
                  <a:lnTo>
                    <a:pt x="2394" y="10356"/>
                  </a:lnTo>
                  <a:lnTo>
                    <a:pt x="2614" y="10796"/>
                  </a:lnTo>
                  <a:lnTo>
                    <a:pt x="2810" y="11284"/>
                  </a:lnTo>
                  <a:lnTo>
                    <a:pt x="2980" y="11797"/>
                  </a:lnTo>
                  <a:lnTo>
                    <a:pt x="3103" y="12334"/>
                  </a:lnTo>
                  <a:lnTo>
                    <a:pt x="4079" y="12334"/>
                  </a:lnTo>
                  <a:lnTo>
                    <a:pt x="3249" y="8500"/>
                  </a:lnTo>
                  <a:lnTo>
                    <a:pt x="2663" y="5642"/>
                  </a:lnTo>
                  <a:lnTo>
                    <a:pt x="2663" y="5520"/>
                  </a:lnTo>
                  <a:lnTo>
                    <a:pt x="2712" y="5423"/>
                  </a:lnTo>
                  <a:lnTo>
                    <a:pt x="2785" y="5374"/>
                  </a:lnTo>
                  <a:lnTo>
                    <a:pt x="2883" y="5349"/>
                  </a:lnTo>
                  <a:lnTo>
                    <a:pt x="2956" y="5349"/>
                  </a:lnTo>
                  <a:lnTo>
                    <a:pt x="3054" y="5398"/>
                  </a:lnTo>
                  <a:lnTo>
                    <a:pt x="4031" y="6253"/>
                  </a:lnTo>
                  <a:lnTo>
                    <a:pt x="4983" y="5398"/>
                  </a:lnTo>
                  <a:lnTo>
                    <a:pt x="5081" y="5349"/>
                  </a:lnTo>
                  <a:lnTo>
                    <a:pt x="5227" y="5349"/>
                  </a:lnTo>
                  <a:lnTo>
                    <a:pt x="5325" y="5398"/>
                  </a:lnTo>
                  <a:lnTo>
                    <a:pt x="6278" y="6253"/>
                  </a:lnTo>
                  <a:lnTo>
                    <a:pt x="7254" y="5398"/>
                  </a:lnTo>
                  <a:lnTo>
                    <a:pt x="7352" y="5349"/>
                  </a:lnTo>
                  <a:lnTo>
                    <a:pt x="7425" y="5349"/>
                  </a:lnTo>
                  <a:lnTo>
                    <a:pt x="7523" y="5374"/>
                  </a:lnTo>
                  <a:lnTo>
                    <a:pt x="7596" y="5423"/>
                  </a:lnTo>
                  <a:lnTo>
                    <a:pt x="7645" y="5520"/>
                  </a:lnTo>
                  <a:lnTo>
                    <a:pt x="7645" y="5642"/>
                  </a:lnTo>
                  <a:lnTo>
                    <a:pt x="7059" y="8500"/>
                  </a:lnTo>
                  <a:lnTo>
                    <a:pt x="6229" y="12334"/>
                  </a:lnTo>
                  <a:lnTo>
                    <a:pt x="7206" y="12334"/>
                  </a:lnTo>
                  <a:lnTo>
                    <a:pt x="7328" y="11797"/>
                  </a:lnTo>
                  <a:lnTo>
                    <a:pt x="7499" y="11284"/>
                  </a:lnTo>
                  <a:lnTo>
                    <a:pt x="7694" y="10796"/>
                  </a:lnTo>
                  <a:lnTo>
                    <a:pt x="7914" y="10356"/>
                  </a:lnTo>
                  <a:lnTo>
                    <a:pt x="8158" y="9941"/>
                  </a:lnTo>
                  <a:lnTo>
                    <a:pt x="8402" y="9526"/>
                  </a:lnTo>
                  <a:lnTo>
                    <a:pt x="8940" y="8744"/>
                  </a:lnTo>
                  <a:lnTo>
                    <a:pt x="9208" y="8353"/>
                  </a:lnTo>
                  <a:lnTo>
                    <a:pt x="9453" y="7963"/>
                  </a:lnTo>
                  <a:lnTo>
                    <a:pt x="9672" y="7572"/>
                  </a:lnTo>
                  <a:lnTo>
                    <a:pt x="9892" y="7132"/>
                  </a:lnTo>
                  <a:lnTo>
                    <a:pt x="10063" y="6693"/>
                  </a:lnTo>
                  <a:lnTo>
                    <a:pt x="10185" y="6204"/>
                  </a:lnTo>
                  <a:lnTo>
                    <a:pt x="10259" y="5691"/>
                  </a:lnTo>
                  <a:lnTo>
                    <a:pt x="10283" y="5423"/>
                  </a:lnTo>
                  <a:lnTo>
                    <a:pt x="10307" y="5154"/>
                  </a:lnTo>
                  <a:lnTo>
                    <a:pt x="10259" y="4617"/>
                  </a:lnTo>
                  <a:lnTo>
                    <a:pt x="10185" y="4104"/>
                  </a:lnTo>
                  <a:lnTo>
                    <a:pt x="10063" y="3615"/>
                  </a:lnTo>
                  <a:lnTo>
                    <a:pt x="9892" y="3151"/>
                  </a:lnTo>
                  <a:lnTo>
                    <a:pt x="9672" y="2687"/>
                  </a:lnTo>
                  <a:lnTo>
                    <a:pt x="9428" y="2272"/>
                  </a:lnTo>
                  <a:lnTo>
                    <a:pt x="9111" y="1881"/>
                  </a:lnTo>
                  <a:lnTo>
                    <a:pt x="8793" y="1515"/>
                  </a:lnTo>
                  <a:lnTo>
                    <a:pt x="8427" y="1173"/>
                  </a:lnTo>
                  <a:lnTo>
                    <a:pt x="8036" y="880"/>
                  </a:lnTo>
                  <a:lnTo>
                    <a:pt x="7596" y="636"/>
                  </a:lnTo>
                  <a:lnTo>
                    <a:pt x="7157" y="416"/>
                  </a:lnTo>
                  <a:lnTo>
                    <a:pt x="6693" y="245"/>
                  </a:lnTo>
                  <a:lnTo>
                    <a:pt x="6180" y="98"/>
                  </a:lnTo>
                  <a:lnTo>
                    <a:pt x="5691" y="25"/>
                  </a:lnTo>
                  <a:lnTo>
                    <a:pt x="5154" y="1"/>
                  </a:lnTo>
                  <a:close/>
                </a:path>
              </a:pathLst>
            </a:custGeom>
            <a:solidFill>
              <a:srgbClr val="FF9E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Calibri"/>
                <a:ea typeface="Calibri"/>
                <a:cs typeface="Calibri"/>
                <a:sym typeface="Calibri"/>
              </a:endParaRPr>
            </a:p>
          </p:txBody>
        </p:sp>
      </p:grpSp>
      <p:pic>
        <p:nvPicPr>
          <p:cNvPr id="836" name="Google Shape;836;p9"/>
          <p:cNvPicPr preferRelativeResize="0"/>
          <p:nvPr/>
        </p:nvPicPr>
        <p:blipFill>
          <a:blip r:embed="rId4">
            <a:alphaModFix/>
          </a:blip>
          <a:stretch>
            <a:fillRect/>
          </a:stretch>
        </p:blipFill>
        <p:spPr>
          <a:xfrm>
            <a:off x="3178575" y="454550"/>
            <a:ext cx="946650" cy="946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22"/>
          <p:cNvSpPr txBox="1"/>
          <p:nvPr>
            <p:ph type="title"/>
          </p:nvPr>
        </p:nvSpPr>
        <p:spPr>
          <a:xfrm>
            <a:off x="453600" y="190800"/>
            <a:ext cx="7772400" cy="613171"/>
          </a:xfrm>
          <a:prstGeom prst="rect">
            <a:avLst/>
          </a:prstGeom>
          <a:noFill/>
          <a:ln>
            <a:noFill/>
          </a:ln>
        </p:spPr>
        <p:txBody>
          <a:bodyPr anchorCtr="0" anchor="ctr" bIns="0" lIns="0" spcFirstLastPara="1" rIns="0" wrap="square" tIns="0">
            <a:normAutofit/>
          </a:bodyPr>
          <a:lstStyle/>
          <a:p>
            <a:pPr indent="0" lvl="0" marL="0" rtl="0" algn="l">
              <a:lnSpc>
                <a:spcPct val="86000"/>
              </a:lnSpc>
              <a:spcBef>
                <a:spcPts val="0"/>
              </a:spcBef>
              <a:spcAft>
                <a:spcPts val="0"/>
              </a:spcAft>
              <a:buClr>
                <a:srgbClr val="F49D00"/>
              </a:buClr>
              <a:buSzPts val="2400"/>
              <a:buFont typeface="Arial"/>
              <a:buNone/>
            </a:pPr>
            <a:r>
              <a:rPr b="1" lang="en-US" sz="2400">
                <a:solidFill>
                  <a:srgbClr val="F49D00"/>
                </a:solidFill>
                <a:latin typeface="Arial"/>
                <a:ea typeface="Arial"/>
                <a:cs typeface="Arial"/>
                <a:sym typeface="Arial"/>
              </a:rPr>
              <a:t>GISQuick</a:t>
            </a:r>
            <a:endParaRPr/>
          </a:p>
        </p:txBody>
      </p:sp>
      <p:pic>
        <p:nvPicPr>
          <p:cNvPr id="842" name="Google Shape;842;p22"/>
          <p:cNvPicPr preferRelativeResize="0"/>
          <p:nvPr/>
        </p:nvPicPr>
        <p:blipFill rotWithShape="1">
          <a:blip r:embed="rId3">
            <a:alphaModFix/>
          </a:blip>
          <a:srcRect b="0" l="0" r="0" t="88575"/>
          <a:stretch/>
        </p:blipFill>
        <p:spPr>
          <a:xfrm>
            <a:off x="-1764" y="4563291"/>
            <a:ext cx="9158869" cy="588572"/>
          </a:xfrm>
          <a:prstGeom prst="rect">
            <a:avLst/>
          </a:prstGeom>
          <a:noFill/>
          <a:ln>
            <a:noFill/>
          </a:ln>
        </p:spPr>
      </p:pic>
      <p:sp>
        <p:nvSpPr>
          <p:cNvPr id="843" name="Google Shape;843;p22"/>
          <p:cNvSpPr txBox="1"/>
          <p:nvPr/>
        </p:nvSpPr>
        <p:spPr>
          <a:xfrm>
            <a:off x="453600" y="803971"/>
            <a:ext cx="7959900" cy="3263100"/>
          </a:xfrm>
          <a:prstGeom prst="rect">
            <a:avLst/>
          </a:prstGeom>
          <a:noFill/>
          <a:ln>
            <a:noFill/>
          </a:ln>
        </p:spPr>
        <p:txBody>
          <a:bodyPr anchorCtr="0" anchor="t" bIns="45700" lIns="91425" spcFirstLastPara="1" rIns="91425" wrap="square" tIns="45700">
            <a:spAutoFit/>
          </a:bodyPr>
          <a:lstStyle/>
          <a:p>
            <a:pPr indent="-342899" lvl="0" marL="541020" marR="0" rtl="0" algn="l">
              <a:lnSpc>
                <a:spcPct val="100000"/>
              </a:lnSpc>
              <a:spcBef>
                <a:spcPts val="0"/>
              </a:spcBef>
              <a:spcAft>
                <a:spcPts val="0"/>
              </a:spcAft>
              <a:buClr>
                <a:schemeClr val="dk1"/>
              </a:buClr>
              <a:buSzPts val="2400"/>
              <a:buFont typeface="Arial"/>
              <a:buChar char="•"/>
            </a:pPr>
            <a:r>
              <a:rPr b="0" i="0" lang="en-US" sz="2200" u="none" cap="none" strike="noStrike">
                <a:solidFill>
                  <a:schemeClr val="dk1"/>
                </a:solidFill>
                <a:latin typeface="Calibri"/>
                <a:ea typeface="Calibri"/>
                <a:cs typeface="Calibri"/>
                <a:sym typeface="Calibri"/>
              </a:rPr>
              <a:t>Create an account with </a:t>
            </a:r>
            <a:r>
              <a:rPr b="0" i="0" lang="en-US" sz="1800" u="sng" cap="none" strike="noStrike">
                <a:solidFill>
                  <a:schemeClr val="accent3"/>
                </a:solidFill>
                <a:latin typeface="Calibri"/>
                <a:ea typeface="Calibri"/>
                <a:cs typeface="Calibri"/>
                <a:sym typeface="Calibri"/>
                <a:hlinkClick r:id="rId4">
                  <a:extLst>
                    <a:ext uri="{A12FA001-AC4F-418D-AE19-62706E023703}">
                      <ahyp:hlinkClr val="tx"/>
                    </a:ext>
                  </a:extLst>
                </a:hlinkClick>
              </a:rPr>
              <a:t>https://projects.gisquick.org</a:t>
            </a:r>
            <a:r>
              <a:rPr b="0" i="0" lang="en-US" sz="1800" u="none" cap="none" strike="noStrike">
                <a:solidFill>
                  <a:schemeClr val="accent3"/>
                </a:solidFill>
                <a:latin typeface="Calibri"/>
                <a:ea typeface="Calibri"/>
                <a:cs typeface="Calibri"/>
                <a:sym typeface="Calibri"/>
              </a:rPr>
              <a:t> or </a:t>
            </a:r>
            <a:r>
              <a:rPr b="0" i="0" lang="en-US" sz="1800" u="sng" cap="none" strike="noStrike">
                <a:solidFill>
                  <a:schemeClr val="accent3"/>
                </a:solidFill>
                <a:latin typeface="Calibri"/>
                <a:ea typeface="Calibri"/>
                <a:cs typeface="Calibri"/>
                <a:sym typeface="Calibri"/>
                <a:hlinkClick r:id="rId5">
                  <a:extLst>
                    <a:ext uri="{A12FA001-AC4F-418D-AE19-62706E023703}">
                      <ahyp:hlinkClr val="tx"/>
                    </a:ext>
                  </a:extLst>
                </a:hlinkClick>
              </a:rPr>
              <a:t>https://dev.gisquick.org</a:t>
            </a:r>
            <a:endParaRPr b="0" i="0" sz="1800" u="sng" cap="none" strike="noStrike">
              <a:solidFill>
                <a:schemeClr val="accent3"/>
              </a:solidFill>
              <a:latin typeface="Calibri"/>
              <a:ea typeface="Calibri"/>
              <a:cs typeface="Calibri"/>
              <a:sym typeface="Calibri"/>
            </a:endParaRPr>
          </a:p>
          <a:p>
            <a:pPr indent="-342899" lvl="0" marL="541020" marR="0" rtl="0" algn="l">
              <a:lnSpc>
                <a:spcPct val="100000"/>
              </a:lnSpc>
              <a:spcBef>
                <a:spcPts val="1200"/>
              </a:spcBef>
              <a:spcAft>
                <a:spcPts val="0"/>
              </a:spcAft>
              <a:buClr>
                <a:schemeClr val="dk1"/>
              </a:buClr>
              <a:buSzPts val="2400"/>
              <a:buFont typeface="Arial"/>
              <a:buChar char="•"/>
            </a:pPr>
            <a:r>
              <a:rPr b="0" i="0" lang="en-US" sz="2200" u="none" cap="none" strike="noStrike">
                <a:solidFill>
                  <a:schemeClr val="dk1"/>
                </a:solidFill>
                <a:latin typeface="Calibri"/>
                <a:ea typeface="Calibri"/>
                <a:cs typeface="Calibri"/>
                <a:sym typeface="Calibri"/>
              </a:rPr>
              <a:t>GISQuick have options for hosting your data. Alternatively, use your own Docker instance to host GISQuick and your data</a:t>
            </a:r>
            <a:r>
              <a:rPr b="0" i="0" lang="en-US" sz="2200" u="none" cap="none" strike="noStrike">
                <a:solidFill>
                  <a:schemeClr val="accent3"/>
                </a:solidFill>
                <a:latin typeface="Calibri"/>
                <a:ea typeface="Calibri"/>
                <a:cs typeface="Calibri"/>
                <a:sym typeface="Calibri"/>
              </a:rPr>
              <a:t> </a:t>
            </a:r>
            <a:endParaRPr b="0" i="0" sz="2200" u="none" cap="none" strike="noStrike">
              <a:solidFill>
                <a:schemeClr val="dk1"/>
              </a:solidFill>
              <a:latin typeface="Calibri"/>
              <a:ea typeface="Calibri"/>
              <a:cs typeface="Calibri"/>
              <a:sym typeface="Calibri"/>
            </a:endParaRPr>
          </a:p>
          <a:p>
            <a:pPr indent="-342899" lvl="0" marL="541020" marR="0" rtl="0" algn="l">
              <a:lnSpc>
                <a:spcPct val="100000"/>
              </a:lnSpc>
              <a:spcBef>
                <a:spcPts val="1200"/>
              </a:spcBef>
              <a:spcAft>
                <a:spcPts val="0"/>
              </a:spcAft>
              <a:buClr>
                <a:schemeClr val="dk1"/>
              </a:buClr>
              <a:buSzPts val="2400"/>
              <a:buFont typeface="Arial"/>
              <a:buChar char="•"/>
            </a:pPr>
            <a:r>
              <a:rPr b="0" i="0" lang="en-US" sz="2200" u="none" cap="none" strike="noStrike">
                <a:solidFill>
                  <a:schemeClr val="dk1"/>
                </a:solidFill>
                <a:latin typeface="Calibri"/>
                <a:ea typeface="Calibri"/>
                <a:cs typeface="Calibri"/>
                <a:sym typeface="Calibri"/>
              </a:rPr>
              <a:t>Login to </a:t>
            </a:r>
            <a:r>
              <a:rPr b="0" i="0" lang="en-US" sz="1800" u="sng" cap="none" strike="noStrike">
                <a:solidFill>
                  <a:schemeClr val="accent3"/>
                </a:solidFill>
                <a:latin typeface="Calibri"/>
                <a:ea typeface="Calibri"/>
                <a:cs typeface="Calibri"/>
                <a:sym typeface="Calibri"/>
                <a:hlinkClick r:id="rId6">
                  <a:extLst>
                    <a:ext uri="{A12FA001-AC4F-418D-AE19-62706E023703}">
                      <ahyp:hlinkClr val="tx"/>
                    </a:ext>
                  </a:extLst>
                </a:hlinkClick>
              </a:rPr>
              <a:t>https://projects.gisquick.org/user/publish/qgis/general</a:t>
            </a:r>
            <a:r>
              <a:rPr b="0" i="0" lang="en-US" sz="1800" u="none" cap="none" strike="noStrike">
                <a:solidFill>
                  <a:schemeClr val="accent3"/>
                </a:solidFill>
                <a:latin typeface="Calibri"/>
                <a:ea typeface="Calibri"/>
                <a:cs typeface="Calibri"/>
                <a:sym typeface="Calibri"/>
              </a:rPr>
              <a:t> or </a:t>
            </a:r>
            <a:r>
              <a:rPr b="0" i="0" lang="en-US" sz="1800" u="sng" cap="none" strike="noStrike">
                <a:solidFill>
                  <a:schemeClr val="accent3"/>
                </a:solidFill>
                <a:latin typeface="Calibri"/>
                <a:ea typeface="Calibri"/>
                <a:cs typeface="Calibri"/>
                <a:sym typeface="Calibri"/>
                <a:hlinkClick r:id="rId7">
                  <a:extLst>
                    <a:ext uri="{A12FA001-AC4F-418D-AE19-62706E023703}">
                      <ahyp:hlinkClr val="tx"/>
                    </a:ext>
                  </a:extLst>
                </a:hlinkClick>
              </a:rPr>
              <a:t>https://dev.gisquick.org/user/publish</a:t>
            </a:r>
            <a:r>
              <a:rPr b="0" i="0" lang="en-US" sz="1800" u="none" cap="none" strike="noStrike">
                <a:solidFill>
                  <a:schemeClr val="accent3"/>
                </a:solidFill>
                <a:latin typeface="Calibri"/>
                <a:ea typeface="Calibri"/>
                <a:cs typeface="Calibri"/>
                <a:sym typeface="Calibri"/>
              </a:rPr>
              <a:t> </a:t>
            </a:r>
            <a:endParaRPr b="0" i="0" sz="1800" u="none" cap="none" strike="noStrike">
              <a:solidFill>
                <a:schemeClr val="accent3"/>
              </a:solidFill>
              <a:latin typeface="Calibri"/>
              <a:ea typeface="Calibri"/>
              <a:cs typeface="Calibri"/>
              <a:sym typeface="Calibri"/>
            </a:endParaRPr>
          </a:p>
          <a:p>
            <a:pPr indent="-342899" lvl="0" marL="541020" marR="0" rtl="0" algn="l">
              <a:lnSpc>
                <a:spcPct val="100000"/>
              </a:lnSpc>
              <a:spcBef>
                <a:spcPts val="1200"/>
              </a:spcBef>
              <a:spcAft>
                <a:spcPts val="1200"/>
              </a:spcAft>
              <a:buClr>
                <a:schemeClr val="dk1"/>
              </a:buClr>
              <a:buSzPts val="2400"/>
              <a:buFont typeface="Arial"/>
              <a:buChar char="•"/>
            </a:pPr>
            <a:r>
              <a:rPr b="0" i="0" lang="en-US" sz="2200" u="none" cap="none" strike="noStrike">
                <a:solidFill>
                  <a:schemeClr val="dk1"/>
                </a:solidFill>
                <a:latin typeface="Calibri"/>
                <a:ea typeface="Calibri"/>
                <a:cs typeface="Calibri"/>
                <a:sym typeface="Calibri"/>
              </a:rPr>
              <a:t>Download the plugin (only available from the above link - avoid using the version in the QGIS plugins)</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g152440a6e00_0_7"/>
          <p:cNvSpPr txBox="1"/>
          <p:nvPr>
            <p:ph type="title"/>
          </p:nvPr>
        </p:nvSpPr>
        <p:spPr>
          <a:xfrm>
            <a:off x="453600" y="190800"/>
            <a:ext cx="7772400" cy="613200"/>
          </a:xfrm>
          <a:prstGeom prst="rect">
            <a:avLst/>
          </a:prstGeom>
          <a:noFill/>
          <a:ln>
            <a:noFill/>
          </a:ln>
        </p:spPr>
        <p:txBody>
          <a:bodyPr anchorCtr="0" anchor="ctr" bIns="0" lIns="0" spcFirstLastPara="1" rIns="0" wrap="square" tIns="0">
            <a:normAutofit/>
          </a:bodyPr>
          <a:lstStyle/>
          <a:p>
            <a:pPr indent="0" lvl="0" marL="0" rtl="0" algn="l">
              <a:lnSpc>
                <a:spcPct val="86000"/>
              </a:lnSpc>
              <a:spcBef>
                <a:spcPts val="0"/>
              </a:spcBef>
              <a:spcAft>
                <a:spcPts val="0"/>
              </a:spcAft>
              <a:buClr>
                <a:srgbClr val="F49D00"/>
              </a:buClr>
              <a:buSzPts val="2400"/>
              <a:buFont typeface="Arial"/>
              <a:buNone/>
            </a:pPr>
            <a:r>
              <a:rPr b="1" lang="en-US" sz="2400">
                <a:solidFill>
                  <a:srgbClr val="F49D00"/>
                </a:solidFill>
                <a:latin typeface="Arial"/>
                <a:ea typeface="Arial"/>
                <a:cs typeface="Arial"/>
                <a:sym typeface="Arial"/>
              </a:rPr>
              <a:t>GISQuick</a:t>
            </a:r>
            <a:endParaRPr/>
          </a:p>
        </p:txBody>
      </p:sp>
      <p:pic>
        <p:nvPicPr>
          <p:cNvPr id="849" name="Google Shape;849;g152440a6e00_0_7"/>
          <p:cNvPicPr preferRelativeResize="0"/>
          <p:nvPr/>
        </p:nvPicPr>
        <p:blipFill rotWithShape="1">
          <a:blip r:embed="rId3">
            <a:alphaModFix/>
          </a:blip>
          <a:srcRect b="0" l="0" r="0" t="88574"/>
          <a:stretch/>
        </p:blipFill>
        <p:spPr>
          <a:xfrm>
            <a:off x="-1764" y="4563291"/>
            <a:ext cx="9158870" cy="588573"/>
          </a:xfrm>
          <a:prstGeom prst="rect">
            <a:avLst/>
          </a:prstGeom>
          <a:noFill/>
          <a:ln>
            <a:noFill/>
          </a:ln>
        </p:spPr>
      </p:pic>
      <p:pic>
        <p:nvPicPr>
          <p:cNvPr id="850" name="Google Shape;850;g152440a6e00_0_7"/>
          <p:cNvPicPr preferRelativeResize="0"/>
          <p:nvPr/>
        </p:nvPicPr>
        <p:blipFill rotWithShape="1">
          <a:blip r:embed="rId4">
            <a:alphaModFix/>
          </a:blip>
          <a:srcRect b="0" l="0" r="0" t="0"/>
          <a:stretch/>
        </p:blipFill>
        <p:spPr>
          <a:xfrm>
            <a:off x="453600" y="804000"/>
            <a:ext cx="5984972" cy="3454490"/>
          </a:xfrm>
          <a:prstGeom prst="rect">
            <a:avLst/>
          </a:prstGeom>
          <a:noFill/>
          <a:ln>
            <a:noFill/>
          </a:ln>
        </p:spPr>
      </p:pic>
      <p:sp>
        <p:nvSpPr>
          <p:cNvPr id="851" name="Google Shape;851;g152440a6e00_0_7"/>
          <p:cNvSpPr txBox="1"/>
          <p:nvPr/>
        </p:nvSpPr>
        <p:spPr>
          <a:xfrm>
            <a:off x="4201350" y="3598150"/>
            <a:ext cx="276900" cy="261600"/>
          </a:xfrm>
          <a:prstGeom prst="rect">
            <a:avLst/>
          </a:prstGeom>
          <a:no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Open Sans Light"/>
              <a:ea typeface="Open Sans Light"/>
              <a:cs typeface="Open Sans Light"/>
              <a:sym typeface="Open Sans Light"/>
            </a:endParaRPr>
          </a:p>
        </p:txBody>
      </p:sp>
      <p:pic>
        <p:nvPicPr>
          <p:cNvPr id="852" name="Google Shape;852;g152440a6e00_0_7"/>
          <p:cNvPicPr preferRelativeResize="0"/>
          <p:nvPr/>
        </p:nvPicPr>
        <p:blipFill rotWithShape="1">
          <a:blip r:embed="rId5">
            <a:alphaModFix/>
          </a:blip>
          <a:srcRect b="0" l="11149" r="0" t="0"/>
          <a:stretch/>
        </p:blipFill>
        <p:spPr>
          <a:xfrm>
            <a:off x="6438575" y="804000"/>
            <a:ext cx="2650400" cy="864650"/>
          </a:xfrm>
          <a:prstGeom prst="rect">
            <a:avLst/>
          </a:prstGeom>
          <a:noFill/>
          <a:ln>
            <a:noFill/>
          </a:ln>
        </p:spPr>
      </p:pic>
      <p:pic>
        <p:nvPicPr>
          <p:cNvPr id="853" name="Google Shape;853;g152440a6e00_0_7"/>
          <p:cNvPicPr preferRelativeResize="0"/>
          <p:nvPr/>
        </p:nvPicPr>
        <p:blipFill rotWithShape="1">
          <a:blip r:embed="rId6">
            <a:alphaModFix/>
          </a:blip>
          <a:srcRect b="0" l="0" r="0" t="0"/>
          <a:stretch/>
        </p:blipFill>
        <p:spPr>
          <a:xfrm>
            <a:off x="6438575" y="1817693"/>
            <a:ext cx="2650400" cy="1980482"/>
          </a:xfrm>
          <a:prstGeom prst="rect">
            <a:avLst/>
          </a:prstGeom>
          <a:noFill/>
          <a:ln>
            <a:noFill/>
          </a:ln>
        </p:spPr>
      </p:pic>
      <p:sp>
        <p:nvSpPr>
          <p:cNvPr id="854" name="Google Shape;854;g152440a6e00_0_7"/>
          <p:cNvSpPr txBox="1"/>
          <p:nvPr/>
        </p:nvSpPr>
        <p:spPr>
          <a:xfrm>
            <a:off x="6631200" y="3990250"/>
            <a:ext cx="1972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u="sng">
                <a:solidFill>
                  <a:schemeClr val="hlink"/>
                </a:solidFill>
                <a:latin typeface="Open Sans"/>
                <a:ea typeface="Open Sans"/>
                <a:cs typeface="Open Sans"/>
                <a:sym typeface="Open Sans"/>
                <a:hlinkClick r:id="rId7"/>
              </a:rPr>
              <a:t>Dev Plugin</a:t>
            </a:r>
            <a:endParaRPr b="1">
              <a:solidFill>
                <a:schemeClr val="dk1"/>
              </a:solidFill>
              <a:latin typeface="Open Sans"/>
              <a:ea typeface="Open Sans"/>
              <a:cs typeface="Open Sans"/>
              <a:sym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g152440a6e00_0_54"/>
          <p:cNvSpPr txBox="1"/>
          <p:nvPr>
            <p:ph type="title"/>
          </p:nvPr>
        </p:nvSpPr>
        <p:spPr>
          <a:xfrm>
            <a:off x="453600" y="190800"/>
            <a:ext cx="7772400" cy="613200"/>
          </a:xfrm>
          <a:prstGeom prst="rect">
            <a:avLst/>
          </a:prstGeom>
          <a:noFill/>
          <a:ln>
            <a:noFill/>
          </a:ln>
        </p:spPr>
        <p:txBody>
          <a:bodyPr anchorCtr="0" anchor="ctr" bIns="0" lIns="0" spcFirstLastPara="1" rIns="0" wrap="square" tIns="0">
            <a:normAutofit/>
          </a:bodyPr>
          <a:lstStyle/>
          <a:p>
            <a:pPr indent="0" lvl="0" marL="0" rtl="0" algn="l">
              <a:lnSpc>
                <a:spcPct val="86000"/>
              </a:lnSpc>
              <a:spcBef>
                <a:spcPts val="0"/>
              </a:spcBef>
              <a:spcAft>
                <a:spcPts val="0"/>
              </a:spcAft>
              <a:buClr>
                <a:srgbClr val="F49D00"/>
              </a:buClr>
              <a:buSzPts val="2400"/>
              <a:buFont typeface="Arial"/>
              <a:buNone/>
            </a:pPr>
            <a:r>
              <a:rPr b="1" lang="en-US" sz="2400">
                <a:solidFill>
                  <a:srgbClr val="F49D00"/>
                </a:solidFill>
                <a:latin typeface="Arial"/>
                <a:ea typeface="Arial"/>
                <a:cs typeface="Arial"/>
                <a:sym typeface="Arial"/>
              </a:rPr>
              <a:t>GISQuick</a:t>
            </a:r>
            <a:endParaRPr/>
          </a:p>
        </p:txBody>
      </p:sp>
      <p:pic>
        <p:nvPicPr>
          <p:cNvPr id="860" name="Google Shape;860;g152440a6e00_0_54"/>
          <p:cNvPicPr preferRelativeResize="0"/>
          <p:nvPr/>
        </p:nvPicPr>
        <p:blipFill rotWithShape="1">
          <a:blip r:embed="rId3">
            <a:alphaModFix/>
          </a:blip>
          <a:srcRect b="0" l="0" r="0" t="88574"/>
          <a:stretch/>
        </p:blipFill>
        <p:spPr>
          <a:xfrm>
            <a:off x="-1764" y="4563291"/>
            <a:ext cx="9158870" cy="588573"/>
          </a:xfrm>
          <a:prstGeom prst="rect">
            <a:avLst/>
          </a:prstGeom>
          <a:noFill/>
          <a:ln>
            <a:noFill/>
          </a:ln>
        </p:spPr>
      </p:pic>
      <p:sp>
        <p:nvSpPr>
          <p:cNvPr id="861" name="Google Shape;861;g152440a6e00_0_54"/>
          <p:cNvSpPr txBox="1"/>
          <p:nvPr/>
        </p:nvSpPr>
        <p:spPr>
          <a:xfrm>
            <a:off x="6388975" y="2026975"/>
            <a:ext cx="530400" cy="261600"/>
          </a:xfrm>
          <a:prstGeom prst="rect">
            <a:avLst/>
          </a:prstGeom>
          <a:no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Open Sans Light"/>
              <a:ea typeface="Open Sans Light"/>
              <a:cs typeface="Open Sans Light"/>
              <a:sym typeface="Open Sans Light"/>
            </a:endParaRPr>
          </a:p>
        </p:txBody>
      </p:sp>
      <p:pic>
        <p:nvPicPr>
          <p:cNvPr id="862" name="Google Shape;862;g152440a6e00_0_54"/>
          <p:cNvPicPr preferRelativeResize="0"/>
          <p:nvPr/>
        </p:nvPicPr>
        <p:blipFill rotWithShape="1">
          <a:blip r:embed="rId4">
            <a:alphaModFix/>
          </a:blip>
          <a:srcRect b="0" l="0" r="0" t="0"/>
          <a:stretch/>
        </p:blipFill>
        <p:spPr>
          <a:xfrm>
            <a:off x="152400" y="956400"/>
            <a:ext cx="5046251" cy="3304284"/>
          </a:xfrm>
          <a:prstGeom prst="rect">
            <a:avLst/>
          </a:prstGeom>
          <a:noFill/>
          <a:ln>
            <a:noFill/>
          </a:ln>
        </p:spPr>
      </p:pic>
      <p:pic>
        <p:nvPicPr>
          <p:cNvPr id="863" name="Google Shape;863;g152440a6e00_0_54"/>
          <p:cNvPicPr preferRelativeResize="0"/>
          <p:nvPr/>
        </p:nvPicPr>
        <p:blipFill rotWithShape="1">
          <a:blip r:embed="rId5">
            <a:alphaModFix/>
          </a:blip>
          <a:srcRect b="0" l="0" r="0" t="0"/>
          <a:stretch/>
        </p:blipFill>
        <p:spPr>
          <a:xfrm>
            <a:off x="5351051" y="956400"/>
            <a:ext cx="3640549" cy="2402762"/>
          </a:xfrm>
          <a:prstGeom prst="rect">
            <a:avLst/>
          </a:prstGeom>
          <a:noFill/>
          <a:ln>
            <a:noFill/>
          </a:ln>
        </p:spPr>
      </p:pic>
      <p:sp>
        <p:nvSpPr>
          <p:cNvPr id="864" name="Google Shape;864;g152440a6e00_0_54"/>
          <p:cNvSpPr/>
          <p:nvPr/>
        </p:nvSpPr>
        <p:spPr>
          <a:xfrm>
            <a:off x="6388975" y="1994275"/>
            <a:ext cx="530400" cy="588600"/>
          </a:xfrm>
          <a:prstGeom prst="rect">
            <a:avLst/>
          </a:prstGeom>
          <a:noFill/>
          <a:ln cap="flat" cmpd="sng" w="38100">
            <a:solidFill>
              <a:srgbClr val="FF9E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5" name="Google Shape;865;g152440a6e00_0_54"/>
          <p:cNvSpPr/>
          <p:nvPr/>
        </p:nvSpPr>
        <p:spPr>
          <a:xfrm>
            <a:off x="8072750" y="956400"/>
            <a:ext cx="360000" cy="173700"/>
          </a:xfrm>
          <a:prstGeom prst="rect">
            <a:avLst/>
          </a:prstGeom>
          <a:noFill/>
          <a:ln cap="flat" cmpd="sng" w="38100">
            <a:solidFill>
              <a:srgbClr val="FF9E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62626"/>
        </a:solidFill>
      </p:bgPr>
    </p:bg>
    <p:spTree>
      <p:nvGrpSpPr>
        <p:cNvPr id="869" name="Shape 869"/>
        <p:cNvGrpSpPr/>
        <p:nvPr/>
      </p:nvGrpSpPr>
      <p:grpSpPr>
        <a:xfrm>
          <a:off x="0" y="0"/>
          <a:ext cx="0" cy="0"/>
          <a:chOff x="0" y="0"/>
          <a:chExt cx="0" cy="0"/>
        </a:xfrm>
      </p:grpSpPr>
      <p:sp>
        <p:nvSpPr>
          <p:cNvPr id="870" name="Google Shape;870;p8"/>
          <p:cNvSpPr txBox="1"/>
          <p:nvPr>
            <p:ph type="title"/>
          </p:nvPr>
        </p:nvSpPr>
        <p:spPr>
          <a:xfrm>
            <a:off x="453600" y="190800"/>
            <a:ext cx="7886700" cy="993775"/>
          </a:xfrm>
          <a:prstGeom prst="rect">
            <a:avLst/>
          </a:prstGeom>
          <a:noFill/>
          <a:ln>
            <a:noFill/>
          </a:ln>
        </p:spPr>
        <p:txBody>
          <a:bodyPr anchorCtr="0" anchor="ctr" bIns="45700" lIns="91425" spcFirstLastPara="1" rIns="91425" wrap="square" tIns="45700">
            <a:noAutofit/>
          </a:bodyPr>
          <a:lstStyle/>
          <a:p>
            <a:pPr indent="0" lvl="0" marL="0" rtl="0" algn="l">
              <a:lnSpc>
                <a:spcPct val="86000"/>
              </a:lnSpc>
              <a:spcBef>
                <a:spcPts val="0"/>
              </a:spcBef>
              <a:spcAft>
                <a:spcPts val="0"/>
              </a:spcAft>
              <a:buSzPts val="1400"/>
              <a:buNone/>
            </a:pPr>
            <a:r>
              <a:rPr b="1" lang="en-US" sz="4000">
                <a:solidFill>
                  <a:srgbClr val="F49D00"/>
                </a:solidFill>
              </a:rPr>
              <a:t>Is it WYSIWYG?</a:t>
            </a:r>
            <a:br>
              <a:rPr b="1" lang="en-US" sz="2400">
                <a:solidFill>
                  <a:srgbClr val="F49D00"/>
                </a:solidFill>
                <a:latin typeface="Arial"/>
                <a:ea typeface="Arial"/>
                <a:cs typeface="Arial"/>
                <a:sym typeface="Arial"/>
              </a:rPr>
            </a:br>
            <a:r>
              <a:rPr b="1" lang="en-US" sz="2400">
                <a:solidFill>
                  <a:srgbClr val="F49D00"/>
                </a:solidFill>
              </a:rPr>
              <a:t>Quick Symbology</a:t>
            </a:r>
            <a:endParaRPr/>
          </a:p>
        </p:txBody>
      </p:sp>
      <p:pic>
        <p:nvPicPr>
          <p:cNvPr id="871" name="Google Shape;871;p8"/>
          <p:cNvPicPr preferRelativeResize="0"/>
          <p:nvPr/>
        </p:nvPicPr>
        <p:blipFill rotWithShape="1">
          <a:blip r:embed="rId3">
            <a:alphaModFix/>
          </a:blip>
          <a:srcRect b="0" l="0" r="0" t="88575"/>
          <a:stretch/>
        </p:blipFill>
        <p:spPr>
          <a:xfrm>
            <a:off x="5060" y="4563291"/>
            <a:ext cx="9158869" cy="588572"/>
          </a:xfrm>
          <a:prstGeom prst="rect">
            <a:avLst/>
          </a:prstGeom>
          <a:noFill/>
          <a:ln>
            <a:noFill/>
          </a:ln>
        </p:spPr>
      </p:pic>
      <p:pic>
        <p:nvPicPr>
          <p:cNvPr id="872" name="Google Shape;872;p8"/>
          <p:cNvPicPr preferRelativeResize="0"/>
          <p:nvPr/>
        </p:nvPicPr>
        <p:blipFill>
          <a:blip r:embed="rId4">
            <a:alphaModFix/>
          </a:blip>
          <a:stretch>
            <a:fillRect/>
          </a:stretch>
        </p:blipFill>
        <p:spPr>
          <a:xfrm>
            <a:off x="2209800" y="1336975"/>
            <a:ext cx="5464740" cy="307391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62626"/>
        </a:solidFill>
      </p:bgPr>
    </p:bg>
    <p:spTree>
      <p:nvGrpSpPr>
        <p:cNvPr id="876" name="Shape 876"/>
        <p:cNvGrpSpPr/>
        <p:nvPr/>
      </p:nvGrpSpPr>
      <p:grpSpPr>
        <a:xfrm>
          <a:off x="0" y="0"/>
          <a:ext cx="0" cy="0"/>
          <a:chOff x="0" y="0"/>
          <a:chExt cx="0" cy="0"/>
        </a:xfrm>
      </p:grpSpPr>
      <p:sp>
        <p:nvSpPr>
          <p:cNvPr id="877" name="Google Shape;877;g152d8d3ad97_1_121"/>
          <p:cNvSpPr txBox="1"/>
          <p:nvPr>
            <p:ph type="title"/>
          </p:nvPr>
        </p:nvSpPr>
        <p:spPr>
          <a:xfrm>
            <a:off x="453600" y="190800"/>
            <a:ext cx="7886700" cy="993900"/>
          </a:xfrm>
          <a:prstGeom prst="rect">
            <a:avLst/>
          </a:prstGeom>
          <a:noFill/>
          <a:ln>
            <a:noFill/>
          </a:ln>
        </p:spPr>
        <p:txBody>
          <a:bodyPr anchorCtr="0" anchor="ctr" bIns="45700" lIns="91425" spcFirstLastPara="1" rIns="91425" wrap="square" tIns="45700">
            <a:noAutofit/>
          </a:bodyPr>
          <a:lstStyle/>
          <a:p>
            <a:pPr indent="0" lvl="0" marL="0" rtl="0" algn="l">
              <a:lnSpc>
                <a:spcPct val="86000"/>
              </a:lnSpc>
              <a:spcBef>
                <a:spcPts val="0"/>
              </a:spcBef>
              <a:spcAft>
                <a:spcPts val="0"/>
              </a:spcAft>
              <a:buSzPts val="1400"/>
              <a:buNone/>
            </a:pPr>
            <a:r>
              <a:rPr b="1" lang="en-US" sz="4000">
                <a:solidFill>
                  <a:srgbClr val="F49D00"/>
                </a:solidFill>
              </a:rPr>
              <a:t>Republish to GISQuick</a:t>
            </a:r>
            <a:endParaRPr/>
          </a:p>
        </p:txBody>
      </p:sp>
      <p:pic>
        <p:nvPicPr>
          <p:cNvPr id="878" name="Google Shape;878;g152d8d3ad97_1_121"/>
          <p:cNvPicPr preferRelativeResize="0"/>
          <p:nvPr/>
        </p:nvPicPr>
        <p:blipFill rotWithShape="1">
          <a:blip r:embed="rId3">
            <a:alphaModFix/>
          </a:blip>
          <a:srcRect b="0" l="0" r="0" t="88574"/>
          <a:stretch/>
        </p:blipFill>
        <p:spPr>
          <a:xfrm>
            <a:off x="5060" y="4563291"/>
            <a:ext cx="9158870" cy="588573"/>
          </a:xfrm>
          <a:prstGeom prst="rect">
            <a:avLst/>
          </a:prstGeom>
          <a:noFill/>
          <a:ln>
            <a:noFill/>
          </a:ln>
        </p:spPr>
      </p:pic>
      <p:pic>
        <p:nvPicPr>
          <p:cNvPr id="879" name="Google Shape;879;g152d8d3ad97_1_121"/>
          <p:cNvPicPr preferRelativeResize="0"/>
          <p:nvPr/>
        </p:nvPicPr>
        <p:blipFill rotWithShape="1">
          <a:blip r:embed="rId4">
            <a:alphaModFix/>
          </a:blip>
          <a:srcRect b="0" l="0" r="0" t="0"/>
          <a:stretch/>
        </p:blipFill>
        <p:spPr>
          <a:xfrm>
            <a:off x="152400" y="1337100"/>
            <a:ext cx="2609850" cy="1095375"/>
          </a:xfrm>
          <a:prstGeom prst="rect">
            <a:avLst/>
          </a:prstGeom>
          <a:noFill/>
          <a:ln>
            <a:noFill/>
          </a:ln>
        </p:spPr>
      </p:pic>
      <p:sp>
        <p:nvSpPr>
          <p:cNvPr id="880" name="Google Shape;880;g152d8d3ad97_1_121"/>
          <p:cNvSpPr/>
          <p:nvPr/>
        </p:nvSpPr>
        <p:spPr>
          <a:xfrm>
            <a:off x="1695250" y="1674000"/>
            <a:ext cx="530400" cy="588600"/>
          </a:xfrm>
          <a:prstGeom prst="rect">
            <a:avLst/>
          </a:prstGeom>
          <a:noFill/>
          <a:ln cap="flat" cmpd="sng" w="38100">
            <a:solidFill>
              <a:srgbClr val="FF9E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81" name="Google Shape;881;g152d8d3ad97_1_121"/>
          <p:cNvPicPr preferRelativeResize="0"/>
          <p:nvPr/>
        </p:nvPicPr>
        <p:blipFill rotWithShape="1">
          <a:blip r:embed="rId5">
            <a:alphaModFix/>
          </a:blip>
          <a:srcRect b="0" l="0" r="0" t="0"/>
          <a:stretch/>
        </p:blipFill>
        <p:spPr>
          <a:xfrm>
            <a:off x="152400" y="2584875"/>
            <a:ext cx="8839201" cy="1122164"/>
          </a:xfrm>
          <a:prstGeom prst="rect">
            <a:avLst/>
          </a:prstGeom>
          <a:noFill/>
          <a:ln>
            <a:noFill/>
          </a:ln>
        </p:spPr>
      </p:pic>
      <p:sp>
        <p:nvSpPr>
          <p:cNvPr id="882" name="Google Shape;882;g152d8d3ad97_1_121"/>
          <p:cNvSpPr/>
          <p:nvPr/>
        </p:nvSpPr>
        <p:spPr>
          <a:xfrm>
            <a:off x="6414525" y="2579700"/>
            <a:ext cx="1012500" cy="441900"/>
          </a:xfrm>
          <a:prstGeom prst="rect">
            <a:avLst/>
          </a:prstGeom>
          <a:noFill/>
          <a:ln cap="flat" cmpd="sng" w="38100">
            <a:solidFill>
              <a:srgbClr val="FF9E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62626"/>
        </a:solidFill>
      </p:bgPr>
    </p:bg>
    <p:spTree>
      <p:nvGrpSpPr>
        <p:cNvPr id="886" name="Shape 886"/>
        <p:cNvGrpSpPr/>
        <p:nvPr/>
      </p:nvGrpSpPr>
      <p:grpSpPr>
        <a:xfrm>
          <a:off x="0" y="0"/>
          <a:ext cx="0" cy="0"/>
          <a:chOff x="0" y="0"/>
          <a:chExt cx="0" cy="0"/>
        </a:xfrm>
      </p:grpSpPr>
      <p:sp>
        <p:nvSpPr>
          <p:cNvPr id="887" name="Google Shape;887;g152440a6e00_0_17"/>
          <p:cNvSpPr txBox="1"/>
          <p:nvPr>
            <p:ph type="title"/>
          </p:nvPr>
        </p:nvSpPr>
        <p:spPr>
          <a:xfrm>
            <a:off x="453600" y="190800"/>
            <a:ext cx="7886700" cy="993900"/>
          </a:xfrm>
          <a:prstGeom prst="rect">
            <a:avLst/>
          </a:prstGeom>
          <a:noFill/>
          <a:ln>
            <a:noFill/>
          </a:ln>
        </p:spPr>
        <p:txBody>
          <a:bodyPr anchorCtr="0" anchor="ctr" bIns="45700" lIns="91425" spcFirstLastPara="1" rIns="91425" wrap="square" tIns="45700">
            <a:noAutofit/>
          </a:bodyPr>
          <a:lstStyle/>
          <a:p>
            <a:pPr indent="0" lvl="0" marL="0" rtl="0" algn="l">
              <a:lnSpc>
                <a:spcPct val="86000"/>
              </a:lnSpc>
              <a:spcBef>
                <a:spcPts val="0"/>
              </a:spcBef>
              <a:spcAft>
                <a:spcPts val="0"/>
              </a:spcAft>
              <a:buSzPts val="1400"/>
              <a:buNone/>
            </a:pPr>
            <a:r>
              <a:rPr b="1" lang="en-US" sz="4000">
                <a:solidFill>
                  <a:srgbClr val="F49D00"/>
                </a:solidFill>
              </a:rPr>
              <a:t>Attribute Table view</a:t>
            </a:r>
            <a:br>
              <a:rPr b="1" lang="en-US" sz="2400">
                <a:solidFill>
                  <a:srgbClr val="F49D00"/>
                </a:solidFill>
                <a:latin typeface="Arial"/>
                <a:ea typeface="Arial"/>
                <a:cs typeface="Arial"/>
                <a:sym typeface="Arial"/>
              </a:rPr>
            </a:br>
            <a:r>
              <a:rPr b="1" lang="en-US" sz="2400">
                <a:solidFill>
                  <a:srgbClr val="F49D00"/>
                </a:solidFill>
              </a:rPr>
              <a:t>re-duce, re-use, re-cycle</a:t>
            </a:r>
            <a:endParaRPr/>
          </a:p>
        </p:txBody>
      </p:sp>
      <p:pic>
        <p:nvPicPr>
          <p:cNvPr id="888" name="Google Shape;888;g152440a6e00_0_17"/>
          <p:cNvPicPr preferRelativeResize="0"/>
          <p:nvPr/>
        </p:nvPicPr>
        <p:blipFill rotWithShape="1">
          <a:blip r:embed="rId3">
            <a:alphaModFix/>
          </a:blip>
          <a:srcRect b="0" l="0" r="0" t="88574"/>
          <a:stretch/>
        </p:blipFill>
        <p:spPr>
          <a:xfrm>
            <a:off x="5060" y="4563291"/>
            <a:ext cx="9158870" cy="588573"/>
          </a:xfrm>
          <a:prstGeom prst="rect">
            <a:avLst/>
          </a:prstGeom>
          <a:noFill/>
          <a:ln>
            <a:noFill/>
          </a:ln>
        </p:spPr>
      </p:pic>
      <p:pic>
        <p:nvPicPr>
          <p:cNvPr id="889" name="Google Shape;889;g152440a6e00_0_17"/>
          <p:cNvPicPr preferRelativeResize="0"/>
          <p:nvPr/>
        </p:nvPicPr>
        <p:blipFill rotWithShape="1">
          <a:blip r:embed="rId4">
            <a:alphaModFix/>
          </a:blip>
          <a:srcRect b="0" l="0" r="0" t="0"/>
          <a:stretch/>
        </p:blipFill>
        <p:spPr>
          <a:xfrm>
            <a:off x="453600" y="1337100"/>
            <a:ext cx="7552161" cy="307379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62626"/>
        </a:solidFill>
      </p:bgPr>
    </p:bg>
    <p:spTree>
      <p:nvGrpSpPr>
        <p:cNvPr id="893" name="Shape 893"/>
        <p:cNvGrpSpPr/>
        <p:nvPr/>
      </p:nvGrpSpPr>
      <p:grpSpPr>
        <a:xfrm>
          <a:off x="0" y="0"/>
          <a:ext cx="0" cy="0"/>
          <a:chOff x="0" y="0"/>
          <a:chExt cx="0" cy="0"/>
        </a:xfrm>
      </p:grpSpPr>
      <p:pic>
        <p:nvPicPr>
          <p:cNvPr id="894" name="Google Shape;894;g152d8d3ad97_1_130"/>
          <p:cNvPicPr preferRelativeResize="0"/>
          <p:nvPr/>
        </p:nvPicPr>
        <p:blipFill rotWithShape="1">
          <a:blip r:embed="rId3">
            <a:alphaModFix/>
          </a:blip>
          <a:srcRect b="0" l="0" r="0" t="0"/>
          <a:stretch/>
        </p:blipFill>
        <p:spPr>
          <a:xfrm>
            <a:off x="2865325" y="1568425"/>
            <a:ext cx="5932700" cy="2815851"/>
          </a:xfrm>
          <a:prstGeom prst="rect">
            <a:avLst/>
          </a:prstGeom>
          <a:noFill/>
          <a:ln>
            <a:noFill/>
          </a:ln>
        </p:spPr>
      </p:pic>
      <p:sp>
        <p:nvSpPr>
          <p:cNvPr id="895" name="Google Shape;895;g152d8d3ad97_1_130"/>
          <p:cNvSpPr txBox="1"/>
          <p:nvPr>
            <p:ph type="title"/>
          </p:nvPr>
        </p:nvSpPr>
        <p:spPr>
          <a:xfrm>
            <a:off x="453600" y="190800"/>
            <a:ext cx="7886700" cy="993900"/>
          </a:xfrm>
          <a:prstGeom prst="rect">
            <a:avLst/>
          </a:prstGeom>
          <a:noFill/>
          <a:ln>
            <a:noFill/>
          </a:ln>
        </p:spPr>
        <p:txBody>
          <a:bodyPr anchorCtr="0" anchor="ctr" bIns="45700" lIns="91425" spcFirstLastPara="1" rIns="91425" wrap="square" tIns="45700">
            <a:noAutofit/>
          </a:bodyPr>
          <a:lstStyle/>
          <a:p>
            <a:pPr indent="0" lvl="0" marL="0" rtl="0" algn="l">
              <a:lnSpc>
                <a:spcPct val="86000"/>
              </a:lnSpc>
              <a:spcBef>
                <a:spcPts val="0"/>
              </a:spcBef>
              <a:spcAft>
                <a:spcPts val="0"/>
              </a:spcAft>
              <a:buSzPts val="1400"/>
              <a:buNone/>
            </a:pPr>
            <a:r>
              <a:rPr b="1" lang="en-US" sz="4000">
                <a:solidFill>
                  <a:srgbClr val="F49D00"/>
                </a:solidFill>
              </a:rPr>
              <a:t>Republish to GISQuick</a:t>
            </a:r>
            <a:endParaRPr/>
          </a:p>
        </p:txBody>
      </p:sp>
      <p:pic>
        <p:nvPicPr>
          <p:cNvPr id="896" name="Google Shape;896;g152d8d3ad97_1_130"/>
          <p:cNvPicPr preferRelativeResize="0"/>
          <p:nvPr/>
        </p:nvPicPr>
        <p:blipFill rotWithShape="1">
          <a:blip r:embed="rId4">
            <a:alphaModFix/>
          </a:blip>
          <a:srcRect b="0" l="0" r="0" t="88574"/>
          <a:stretch/>
        </p:blipFill>
        <p:spPr>
          <a:xfrm>
            <a:off x="5060" y="4563291"/>
            <a:ext cx="9158870" cy="588573"/>
          </a:xfrm>
          <a:prstGeom prst="rect">
            <a:avLst/>
          </a:prstGeom>
          <a:noFill/>
          <a:ln>
            <a:noFill/>
          </a:ln>
        </p:spPr>
      </p:pic>
      <p:pic>
        <p:nvPicPr>
          <p:cNvPr id="897" name="Google Shape;897;g152d8d3ad97_1_130"/>
          <p:cNvPicPr preferRelativeResize="0"/>
          <p:nvPr/>
        </p:nvPicPr>
        <p:blipFill rotWithShape="1">
          <a:blip r:embed="rId5">
            <a:alphaModFix/>
          </a:blip>
          <a:srcRect b="0" l="0" r="0" t="0"/>
          <a:stretch/>
        </p:blipFill>
        <p:spPr>
          <a:xfrm>
            <a:off x="152400" y="1337100"/>
            <a:ext cx="2609850" cy="1095375"/>
          </a:xfrm>
          <a:prstGeom prst="rect">
            <a:avLst/>
          </a:prstGeom>
          <a:noFill/>
          <a:ln>
            <a:noFill/>
          </a:ln>
        </p:spPr>
      </p:pic>
      <p:sp>
        <p:nvSpPr>
          <p:cNvPr id="898" name="Google Shape;898;g152d8d3ad97_1_130"/>
          <p:cNvSpPr/>
          <p:nvPr/>
        </p:nvSpPr>
        <p:spPr>
          <a:xfrm>
            <a:off x="1695250" y="1674000"/>
            <a:ext cx="530400" cy="588600"/>
          </a:xfrm>
          <a:prstGeom prst="rect">
            <a:avLst/>
          </a:prstGeom>
          <a:noFill/>
          <a:ln cap="flat" cmpd="sng" w="38100">
            <a:solidFill>
              <a:srgbClr val="FF9E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9" name="Google Shape;899;g152d8d3ad97_1_130"/>
          <p:cNvSpPr/>
          <p:nvPr/>
        </p:nvSpPr>
        <p:spPr>
          <a:xfrm>
            <a:off x="5468875" y="2983350"/>
            <a:ext cx="530400" cy="1401000"/>
          </a:xfrm>
          <a:prstGeom prst="rect">
            <a:avLst/>
          </a:prstGeom>
          <a:noFill/>
          <a:ln cap="flat" cmpd="sng" w="38100">
            <a:solidFill>
              <a:srgbClr val="FF9E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0" name="Google Shape;900;g152d8d3ad97_1_130"/>
          <p:cNvSpPr/>
          <p:nvPr/>
        </p:nvSpPr>
        <p:spPr>
          <a:xfrm>
            <a:off x="6345300" y="1758038"/>
            <a:ext cx="620400" cy="253500"/>
          </a:xfrm>
          <a:prstGeom prst="rect">
            <a:avLst/>
          </a:prstGeom>
          <a:noFill/>
          <a:ln cap="flat" cmpd="sng" w="38100">
            <a:solidFill>
              <a:srgbClr val="FF9E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62626"/>
        </a:solidFill>
      </p:bgPr>
    </p:bg>
    <p:spTree>
      <p:nvGrpSpPr>
        <p:cNvPr id="904" name="Shape 904"/>
        <p:cNvGrpSpPr/>
        <p:nvPr/>
      </p:nvGrpSpPr>
      <p:grpSpPr>
        <a:xfrm>
          <a:off x="0" y="0"/>
          <a:ext cx="0" cy="0"/>
          <a:chOff x="0" y="0"/>
          <a:chExt cx="0" cy="0"/>
        </a:xfrm>
      </p:grpSpPr>
      <p:sp>
        <p:nvSpPr>
          <p:cNvPr id="905" name="Google Shape;905;g152d25a59bf_1_5"/>
          <p:cNvSpPr txBox="1"/>
          <p:nvPr>
            <p:ph type="title"/>
          </p:nvPr>
        </p:nvSpPr>
        <p:spPr>
          <a:xfrm>
            <a:off x="453600" y="190800"/>
            <a:ext cx="7886700" cy="993900"/>
          </a:xfrm>
          <a:prstGeom prst="rect">
            <a:avLst/>
          </a:prstGeom>
          <a:noFill/>
          <a:ln>
            <a:noFill/>
          </a:ln>
        </p:spPr>
        <p:txBody>
          <a:bodyPr anchorCtr="0" anchor="ctr" bIns="45700" lIns="91425" spcFirstLastPara="1" rIns="91425" wrap="square" tIns="45700">
            <a:noAutofit/>
          </a:bodyPr>
          <a:lstStyle/>
          <a:p>
            <a:pPr indent="0" lvl="0" marL="0" rtl="0" algn="l">
              <a:lnSpc>
                <a:spcPct val="86000"/>
              </a:lnSpc>
              <a:spcBef>
                <a:spcPts val="0"/>
              </a:spcBef>
              <a:spcAft>
                <a:spcPts val="0"/>
              </a:spcAft>
              <a:buSzPts val="1400"/>
              <a:buNone/>
            </a:pPr>
            <a:r>
              <a:rPr b="1" lang="en-US" sz="4000">
                <a:solidFill>
                  <a:srgbClr val="F49D00"/>
                </a:solidFill>
              </a:rPr>
              <a:t>Quick Print Templates</a:t>
            </a:r>
            <a:endParaRPr/>
          </a:p>
        </p:txBody>
      </p:sp>
      <p:pic>
        <p:nvPicPr>
          <p:cNvPr id="906" name="Google Shape;906;g152d25a59bf_1_5"/>
          <p:cNvPicPr preferRelativeResize="0"/>
          <p:nvPr/>
        </p:nvPicPr>
        <p:blipFill rotWithShape="1">
          <a:blip r:embed="rId3">
            <a:alphaModFix/>
          </a:blip>
          <a:srcRect b="0" l="0" r="0" t="88574"/>
          <a:stretch/>
        </p:blipFill>
        <p:spPr>
          <a:xfrm>
            <a:off x="5060" y="4563291"/>
            <a:ext cx="9158870" cy="588573"/>
          </a:xfrm>
          <a:prstGeom prst="rect">
            <a:avLst/>
          </a:prstGeom>
          <a:noFill/>
          <a:ln>
            <a:noFill/>
          </a:ln>
        </p:spPr>
      </p:pic>
      <p:pic>
        <p:nvPicPr>
          <p:cNvPr id="907" name="Google Shape;907;g152d25a59bf_1_5"/>
          <p:cNvPicPr preferRelativeResize="0"/>
          <p:nvPr/>
        </p:nvPicPr>
        <p:blipFill rotWithShape="1">
          <a:blip r:embed="rId4">
            <a:alphaModFix/>
          </a:blip>
          <a:srcRect b="0" l="0" r="0" t="0"/>
          <a:stretch/>
        </p:blipFill>
        <p:spPr>
          <a:xfrm>
            <a:off x="6080125" y="1242375"/>
            <a:ext cx="2098453" cy="3073791"/>
          </a:xfrm>
          <a:prstGeom prst="rect">
            <a:avLst/>
          </a:prstGeom>
          <a:noFill/>
          <a:ln>
            <a:noFill/>
          </a:ln>
        </p:spPr>
      </p:pic>
      <p:pic>
        <p:nvPicPr>
          <p:cNvPr id="908" name="Google Shape;908;g152d25a59bf_1_5"/>
          <p:cNvPicPr preferRelativeResize="0"/>
          <p:nvPr/>
        </p:nvPicPr>
        <p:blipFill rotWithShape="1">
          <a:blip r:embed="rId5">
            <a:alphaModFix/>
          </a:blip>
          <a:srcRect b="0" l="0" r="0" t="0"/>
          <a:stretch/>
        </p:blipFill>
        <p:spPr>
          <a:xfrm>
            <a:off x="779994" y="1242375"/>
            <a:ext cx="2174396" cy="307379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62626"/>
        </a:solidFill>
      </p:bgPr>
    </p:bg>
    <p:spTree>
      <p:nvGrpSpPr>
        <p:cNvPr id="912" name="Shape 912"/>
        <p:cNvGrpSpPr/>
        <p:nvPr/>
      </p:nvGrpSpPr>
      <p:grpSpPr>
        <a:xfrm>
          <a:off x="0" y="0"/>
          <a:ext cx="0" cy="0"/>
          <a:chOff x="0" y="0"/>
          <a:chExt cx="0" cy="0"/>
        </a:xfrm>
      </p:grpSpPr>
      <p:pic>
        <p:nvPicPr>
          <p:cNvPr id="913" name="Google Shape;913;g152d8d3ad97_1_141"/>
          <p:cNvPicPr preferRelativeResize="0"/>
          <p:nvPr/>
        </p:nvPicPr>
        <p:blipFill rotWithShape="1">
          <a:blip r:embed="rId3">
            <a:alphaModFix/>
          </a:blip>
          <a:srcRect b="0" l="0" r="0" t="0"/>
          <a:stretch/>
        </p:blipFill>
        <p:spPr>
          <a:xfrm>
            <a:off x="2865325" y="1568425"/>
            <a:ext cx="5932700" cy="2815851"/>
          </a:xfrm>
          <a:prstGeom prst="rect">
            <a:avLst/>
          </a:prstGeom>
          <a:noFill/>
          <a:ln>
            <a:noFill/>
          </a:ln>
        </p:spPr>
      </p:pic>
      <p:sp>
        <p:nvSpPr>
          <p:cNvPr id="914" name="Google Shape;914;g152d8d3ad97_1_141"/>
          <p:cNvSpPr txBox="1"/>
          <p:nvPr>
            <p:ph type="title"/>
          </p:nvPr>
        </p:nvSpPr>
        <p:spPr>
          <a:xfrm>
            <a:off x="453600" y="190800"/>
            <a:ext cx="7886700" cy="993900"/>
          </a:xfrm>
          <a:prstGeom prst="rect">
            <a:avLst/>
          </a:prstGeom>
          <a:noFill/>
          <a:ln>
            <a:noFill/>
          </a:ln>
        </p:spPr>
        <p:txBody>
          <a:bodyPr anchorCtr="0" anchor="ctr" bIns="45700" lIns="91425" spcFirstLastPara="1" rIns="91425" wrap="square" tIns="45700">
            <a:noAutofit/>
          </a:bodyPr>
          <a:lstStyle/>
          <a:p>
            <a:pPr indent="0" lvl="0" marL="0" rtl="0" algn="l">
              <a:lnSpc>
                <a:spcPct val="86000"/>
              </a:lnSpc>
              <a:spcBef>
                <a:spcPts val="0"/>
              </a:spcBef>
              <a:spcAft>
                <a:spcPts val="0"/>
              </a:spcAft>
              <a:buSzPts val="1400"/>
              <a:buNone/>
            </a:pPr>
            <a:r>
              <a:rPr b="1" lang="en-US" sz="4000">
                <a:solidFill>
                  <a:srgbClr val="F49D00"/>
                </a:solidFill>
              </a:rPr>
              <a:t>Republish to GISQuick</a:t>
            </a:r>
            <a:endParaRPr/>
          </a:p>
        </p:txBody>
      </p:sp>
      <p:pic>
        <p:nvPicPr>
          <p:cNvPr id="915" name="Google Shape;915;g152d8d3ad97_1_141"/>
          <p:cNvPicPr preferRelativeResize="0"/>
          <p:nvPr/>
        </p:nvPicPr>
        <p:blipFill rotWithShape="1">
          <a:blip r:embed="rId4">
            <a:alphaModFix/>
          </a:blip>
          <a:srcRect b="0" l="0" r="0" t="88574"/>
          <a:stretch/>
        </p:blipFill>
        <p:spPr>
          <a:xfrm>
            <a:off x="5060" y="4563291"/>
            <a:ext cx="9158870" cy="588573"/>
          </a:xfrm>
          <a:prstGeom prst="rect">
            <a:avLst/>
          </a:prstGeom>
          <a:noFill/>
          <a:ln>
            <a:noFill/>
          </a:ln>
        </p:spPr>
      </p:pic>
      <p:pic>
        <p:nvPicPr>
          <p:cNvPr id="916" name="Google Shape;916;g152d8d3ad97_1_141"/>
          <p:cNvPicPr preferRelativeResize="0"/>
          <p:nvPr/>
        </p:nvPicPr>
        <p:blipFill rotWithShape="1">
          <a:blip r:embed="rId5">
            <a:alphaModFix/>
          </a:blip>
          <a:srcRect b="0" l="0" r="0" t="0"/>
          <a:stretch/>
        </p:blipFill>
        <p:spPr>
          <a:xfrm>
            <a:off x="152400" y="1337100"/>
            <a:ext cx="2609850" cy="1095375"/>
          </a:xfrm>
          <a:prstGeom prst="rect">
            <a:avLst/>
          </a:prstGeom>
          <a:noFill/>
          <a:ln>
            <a:noFill/>
          </a:ln>
        </p:spPr>
      </p:pic>
      <p:sp>
        <p:nvSpPr>
          <p:cNvPr id="917" name="Google Shape;917;g152d8d3ad97_1_141"/>
          <p:cNvSpPr/>
          <p:nvPr/>
        </p:nvSpPr>
        <p:spPr>
          <a:xfrm>
            <a:off x="1695250" y="1674000"/>
            <a:ext cx="530400" cy="588600"/>
          </a:xfrm>
          <a:prstGeom prst="rect">
            <a:avLst/>
          </a:prstGeom>
          <a:noFill/>
          <a:ln cap="flat" cmpd="sng" w="38100">
            <a:solidFill>
              <a:srgbClr val="FF9E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g152d8d3ad97_1_141"/>
          <p:cNvSpPr/>
          <p:nvPr/>
        </p:nvSpPr>
        <p:spPr>
          <a:xfrm>
            <a:off x="5468875" y="2983350"/>
            <a:ext cx="530400" cy="1401000"/>
          </a:xfrm>
          <a:prstGeom prst="rect">
            <a:avLst/>
          </a:prstGeom>
          <a:noFill/>
          <a:ln cap="flat" cmpd="sng" w="38100">
            <a:solidFill>
              <a:srgbClr val="FF9E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9" name="Google Shape;919;g152d8d3ad97_1_141"/>
          <p:cNvSpPr/>
          <p:nvPr/>
        </p:nvSpPr>
        <p:spPr>
          <a:xfrm>
            <a:off x="6345300" y="1758038"/>
            <a:ext cx="620400" cy="253500"/>
          </a:xfrm>
          <a:prstGeom prst="rect">
            <a:avLst/>
          </a:prstGeom>
          <a:noFill/>
          <a:ln cap="flat" cmpd="sng" w="38100">
            <a:solidFill>
              <a:srgbClr val="FF9E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 name="Shape 923"/>
        <p:cNvGrpSpPr/>
        <p:nvPr/>
      </p:nvGrpSpPr>
      <p:grpSpPr>
        <a:xfrm>
          <a:off x="0" y="0"/>
          <a:ext cx="0" cy="0"/>
          <a:chOff x="0" y="0"/>
          <a:chExt cx="0" cy="0"/>
        </a:xfrm>
      </p:grpSpPr>
      <p:sp>
        <p:nvSpPr>
          <p:cNvPr id="924" name="Google Shape;924;g15a9201c4b0_0_20"/>
          <p:cNvSpPr txBox="1"/>
          <p:nvPr>
            <p:ph type="title"/>
          </p:nvPr>
        </p:nvSpPr>
        <p:spPr>
          <a:xfrm>
            <a:off x="453600" y="190800"/>
            <a:ext cx="7772400" cy="613200"/>
          </a:xfrm>
          <a:prstGeom prst="rect">
            <a:avLst/>
          </a:prstGeom>
          <a:noFill/>
          <a:ln>
            <a:noFill/>
          </a:ln>
        </p:spPr>
        <p:txBody>
          <a:bodyPr anchorCtr="0" anchor="ctr" bIns="0" lIns="0" spcFirstLastPara="1" rIns="0" wrap="square" tIns="0">
            <a:normAutofit fontScale="90000"/>
          </a:bodyPr>
          <a:lstStyle/>
          <a:p>
            <a:pPr indent="0" lvl="0" marL="0" rtl="0" algn="l">
              <a:lnSpc>
                <a:spcPct val="86000"/>
              </a:lnSpc>
              <a:spcBef>
                <a:spcPts val="0"/>
              </a:spcBef>
              <a:spcAft>
                <a:spcPts val="0"/>
              </a:spcAft>
              <a:buClr>
                <a:srgbClr val="F49D00"/>
              </a:buClr>
              <a:buSzPct val="100000"/>
              <a:buFont typeface="Arial"/>
              <a:buNone/>
            </a:pPr>
            <a:r>
              <a:rPr b="1" lang="en-US" sz="2400">
                <a:solidFill>
                  <a:srgbClr val="F49D00"/>
                </a:solidFill>
                <a:latin typeface="Arial"/>
                <a:ea typeface="Arial"/>
                <a:cs typeface="Arial"/>
                <a:sym typeface="Arial"/>
              </a:rPr>
              <a:t>A side note - How can “Free / Open Source” software have responsive support?</a:t>
            </a:r>
            <a:endParaRPr/>
          </a:p>
        </p:txBody>
      </p:sp>
      <p:pic>
        <p:nvPicPr>
          <p:cNvPr id="925" name="Google Shape;925;g15a9201c4b0_0_20"/>
          <p:cNvPicPr preferRelativeResize="0"/>
          <p:nvPr/>
        </p:nvPicPr>
        <p:blipFill rotWithShape="1">
          <a:blip r:embed="rId3">
            <a:alphaModFix/>
          </a:blip>
          <a:srcRect b="0" l="0" r="0" t="88574"/>
          <a:stretch/>
        </p:blipFill>
        <p:spPr>
          <a:xfrm>
            <a:off x="-1764" y="4563291"/>
            <a:ext cx="9158869" cy="588573"/>
          </a:xfrm>
          <a:prstGeom prst="rect">
            <a:avLst/>
          </a:prstGeom>
          <a:noFill/>
          <a:ln>
            <a:noFill/>
          </a:ln>
        </p:spPr>
      </p:pic>
      <p:pic>
        <p:nvPicPr>
          <p:cNvPr id="926" name="Google Shape;926;g15a9201c4b0_0_20"/>
          <p:cNvPicPr preferRelativeResize="0"/>
          <p:nvPr/>
        </p:nvPicPr>
        <p:blipFill>
          <a:blip r:embed="rId4">
            <a:alphaModFix/>
          </a:blip>
          <a:stretch>
            <a:fillRect/>
          </a:stretch>
        </p:blipFill>
        <p:spPr>
          <a:xfrm>
            <a:off x="228600" y="956400"/>
            <a:ext cx="4622195" cy="2251839"/>
          </a:xfrm>
          <a:prstGeom prst="rect">
            <a:avLst/>
          </a:prstGeom>
          <a:noFill/>
          <a:ln>
            <a:noFill/>
          </a:ln>
        </p:spPr>
      </p:pic>
      <p:pic>
        <p:nvPicPr>
          <p:cNvPr id="927" name="Google Shape;927;g15a9201c4b0_0_20"/>
          <p:cNvPicPr preferRelativeResize="0"/>
          <p:nvPr/>
        </p:nvPicPr>
        <p:blipFill>
          <a:blip r:embed="rId5">
            <a:alphaModFix/>
          </a:blip>
          <a:stretch>
            <a:fillRect/>
          </a:stretch>
        </p:blipFill>
        <p:spPr>
          <a:xfrm>
            <a:off x="2473588" y="2544925"/>
            <a:ext cx="6505575" cy="19240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g15a9201c4b0_0_27"/>
          <p:cNvSpPr txBox="1"/>
          <p:nvPr>
            <p:ph type="title"/>
          </p:nvPr>
        </p:nvSpPr>
        <p:spPr>
          <a:xfrm>
            <a:off x="453600" y="190800"/>
            <a:ext cx="7772400" cy="613200"/>
          </a:xfrm>
          <a:prstGeom prst="rect">
            <a:avLst/>
          </a:prstGeom>
          <a:noFill/>
          <a:ln>
            <a:noFill/>
          </a:ln>
        </p:spPr>
        <p:txBody>
          <a:bodyPr anchorCtr="0" anchor="ctr" bIns="0" lIns="0" spcFirstLastPara="1" rIns="0" wrap="square" tIns="0">
            <a:normAutofit/>
          </a:bodyPr>
          <a:lstStyle/>
          <a:p>
            <a:pPr indent="0" lvl="0" marL="0" rtl="0" algn="l">
              <a:lnSpc>
                <a:spcPct val="86000"/>
              </a:lnSpc>
              <a:spcBef>
                <a:spcPts val="0"/>
              </a:spcBef>
              <a:spcAft>
                <a:spcPts val="0"/>
              </a:spcAft>
              <a:buClr>
                <a:srgbClr val="F49D00"/>
              </a:buClr>
              <a:buSzPts val="2400"/>
              <a:buFont typeface="Arial"/>
              <a:buNone/>
            </a:pPr>
            <a:r>
              <a:rPr b="1" lang="en-US" sz="2400">
                <a:solidFill>
                  <a:srgbClr val="F49D00"/>
                </a:solidFill>
                <a:latin typeface="Arial"/>
                <a:ea typeface="Arial"/>
                <a:cs typeface="Arial"/>
                <a:sym typeface="Arial"/>
              </a:rPr>
              <a:t>Dev System … even better!</a:t>
            </a:r>
            <a:endParaRPr/>
          </a:p>
        </p:txBody>
      </p:sp>
      <p:pic>
        <p:nvPicPr>
          <p:cNvPr id="933" name="Google Shape;933;g15a9201c4b0_0_27"/>
          <p:cNvPicPr preferRelativeResize="0"/>
          <p:nvPr/>
        </p:nvPicPr>
        <p:blipFill rotWithShape="1">
          <a:blip r:embed="rId3">
            <a:alphaModFix/>
          </a:blip>
          <a:srcRect b="0" l="0" r="0" t="88574"/>
          <a:stretch/>
        </p:blipFill>
        <p:spPr>
          <a:xfrm>
            <a:off x="-1764" y="4563291"/>
            <a:ext cx="9158869" cy="588573"/>
          </a:xfrm>
          <a:prstGeom prst="rect">
            <a:avLst/>
          </a:prstGeom>
          <a:noFill/>
          <a:ln>
            <a:noFill/>
          </a:ln>
        </p:spPr>
      </p:pic>
      <p:pic>
        <p:nvPicPr>
          <p:cNvPr id="934" name="Google Shape;934;g15a9201c4b0_0_27"/>
          <p:cNvPicPr preferRelativeResize="0"/>
          <p:nvPr/>
        </p:nvPicPr>
        <p:blipFill>
          <a:blip r:embed="rId4">
            <a:alphaModFix/>
          </a:blip>
          <a:stretch>
            <a:fillRect/>
          </a:stretch>
        </p:blipFill>
        <p:spPr>
          <a:xfrm>
            <a:off x="985400" y="864175"/>
            <a:ext cx="7240588" cy="36991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pic>
        <p:nvPicPr>
          <p:cNvPr id="939" name="Google Shape;939;g15a9201c4b0_0_33">
            <a:hlinkClick r:id="rId3"/>
          </p:cNvPr>
          <p:cNvPicPr preferRelativeResize="0"/>
          <p:nvPr/>
        </p:nvPicPr>
        <p:blipFill rotWithShape="1">
          <a:blip r:embed="rId4">
            <a:alphaModFix/>
          </a:blip>
          <a:srcRect b="0" l="0" r="0" t="0"/>
          <a:stretch/>
        </p:blipFill>
        <p:spPr>
          <a:xfrm>
            <a:off x="4713" y="0"/>
            <a:ext cx="9144000" cy="5143500"/>
          </a:xfrm>
          <a:prstGeom prst="rect">
            <a:avLst/>
          </a:prstGeom>
          <a:noFill/>
          <a:ln>
            <a:noFill/>
          </a:ln>
        </p:spPr>
      </p:pic>
      <p:sp>
        <p:nvSpPr>
          <p:cNvPr id="940" name="Google Shape;940;g15a9201c4b0_0_33"/>
          <p:cNvSpPr txBox="1"/>
          <p:nvPr/>
        </p:nvSpPr>
        <p:spPr>
          <a:xfrm>
            <a:off x="454479" y="190800"/>
            <a:ext cx="7886700" cy="5286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500"/>
              <a:buFont typeface="Arial"/>
              <a:buNone/>
            </a:pPr>
            <a:r>
              <a:rPr b="1" lang="en-US" sz="3500">
                <a:solidFill>
                  <a:srgbClr val="EE282A"/>
                </a:solidFill>
              </a:rPr>
              <a:t>So what else is possible? </a:t>
            </a:r>
            <a:r>
              <a:rPr b="1" i="0" lang="en-US" sz="3500" u="sng" cap="none" strike="noStrike">
                <a:solidFill>
                  <a:schemeClr val="hlink"/>
                </a:solidFill>
                <a:latin typeface="Arial"/>
                <a:ea typeface="Arial"/>
                <a:cs typeface="Arial"/>
                <a:sym typeface="Arial"/>
                <a:hlinkClick r:id="rId5"/>
              </a:rPr>
              <a:t>Dev site</a:t>
            </a:r>
            <a:endParaRPr b="1" i="0" sz="3500" u="none" cap="none" strike="noStrike">
              <a:solidFill>
                <a:schemeClr val="dk1"/>
              </a:solidFill>
              <a:latin typeface="Arial"/>
              <a:ea typeface="Arial"/>
              <a:cs typeface="Arial"/>
              <a:sym typeface="Arial"/>
            </a:endParaRPr>
          </a:p>
        </p:txBody>
      </p:sp>
      <p:pic>
        <p:nvPicPr>
          <p:cNvPr id="941" name="Google Shape;941;g15a9201c4b0_0_33"/>
          <p:cNvPicPr preferRelativeResize="0"/>
          <p:nvPr/>
        </p:nvPicPr>
        <p:blipFill>
          <a:blip r:embed="rId6">
            <a:alphaModFix/>
          </a:blip>
          <a:stretch>
            <a:fillRect/>
          </a:stretch>
        </p:blipFill>
        <p:spPr>
          <a:xfrm>
            <a:off x="336077" y="957375"/>
            <a:ext cx="4344000" cy="3484751"/>
          </a:xfrm>
          <a:prstGeom prst="rect">
            <a:avLst/>
          </a:prstGeom>
          <a:noFill/>
          <a:ln>
            <a:noFill/>
          </a:ln>
        </p:spPr>
      </p:pic>
      <p:pic>
        <p:nvPicPr>
          <p:cNvPr id="942" name="Google Shape;942;g15a9201c4b0_0_33"/>
          <p:cNvPicPr preferRelativeResize="0"/>
          <p:nvPr/>
        </p:nvPicPr>
        <p:blipFill>
          <a:blip r:embed="rId7">
            <a:alphaModFix/>
          </a:blip>
          <a:stretch>
            <a:fillRect/>
          </a:stretch>
        </p:blipFill>
        <p:spPr>
          <a:xfrm>
            <a:off x="5166327" y="1337775"/>
            <a:ext cx="3750001" cy="30355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62626"/>
        </a:solidFill>
      </p:bgPr>
    </p:bg>
    <p:spTree>
      <p:nvGrpSpPr>
        <p:cNvPr id="946" name="Shape 946"/>
        <p:cNvGrpSpPr/>
        <p:nvPr/>
      </p:nvGrpSpPr>
      <p:grpSpPr>
        <a:xfrm>
          <a:off x="0" y="0"/>
          <a:ext cx="0" cy="0"/>
          <a:chOff x="0" y="0"/>
          <a:chExt cx="0" cy="0"/>
        </a:xfrm>
      </p:grpSpPr>
      <p:pic>
        <p:nvPicPr>
          <p:cNvPr id="947" name="Google Shape;947;g152440a6e00_0_22"/>
          <p:cNvPicPr preferRelativeResize="0"/>
          <p:nvPr/>
        </p:nvPicPr>
        <p:blipFill rotWithShape="1">
          <a:blip r:embed="rId3">
            <a:alphaModFix/>
          </a:blip>
          <a:srcRect b="0" l="0" r="0" t="88574"/>
          <a:stretch/>
        </p:blipFill>
        <p:spPr>
          <a:xfrm>
            <a:off x="5060" y="4563291"/>
            <a:ext cx="9158870" cy="588573"/>
          </a:xfrm>
          <a:prstGeom prst="rect">
            <a:avLst/>
          </a:prstGeom>
          <a:noFill/>
          <a:ln>
            <a:noFill/>
          </a:ln>
        </p:spPr>
      </p:pic>
      <p:grpSp>
        <p:nvGrpSpPr>
          <p:cNvPr id="948" name="Google Shape;948;g152440a6e00_0_22"/>
          <p:cNvGrpSpPr/>
          <p:nvPr/>
        </p:nvGrpSpPr>
        <p:grpSpPr>
          <a:xfrm>
            <a:off x="574765" y="519290"/>
            <a:ext cx="7994400" cy="3685800"/>
            <a:chOff x="574765" y="519290"/>
            <a:chExt cx="7994400" cy="3685800"/>
          </a:xfrm>
        </p:grpSpPr>
        <p:sp>
          <p:nvSpPr>
            <p:cNvPr id="949" name="Google Shape;949;g152440a6e00_0_22"/>
            <p:cNvSpPr/>
            <p:nvPr/>
          </p:nvSpPr>
          <p:spPr>
            <a:xfrm>
              <a:off x="574765" y="519290"/>
              <a:ext cx="7994400" cy="3685800"/>
            </a:xfrm>
            <a:prstGeom prst="rect">
              <a:avLst/>
            </a:prstGeom>
            <a:noFill/>
            <a:ln cap="flat" cmpd="sng" w="1016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cxnSp>
          <p:nvCxnSpPr>
            <p:cNvPr id="950" name="Google Shape;950;g152440a6e00_0_22"/>
            <p:cNvCxnSpPr/>
            <p:nvPr/>
          </p:nvCxnSpPr>
          <p:spPr>
            <a:xfrm>
              <a:off x="2534194" y="519290"/>
              <a:ext cx="4128000" cy="0"/>
            </a:xfrm>
            <a:prstGeom prst="straightConnector1">
              <a:avLst/>
            </a:prstGeom>
            <a:noFill/>
            <a:ln cap="flat" cmpd="sng" w="101600">
              <a:solidFill>
                <a:srgbClr val="262626"/>
              </a:solidFill>
              <a:prstDash val="solid"/>
              <a:miter lim="800000"/>
              <a:headEnd len="sm" w="sm" type="none"/>
              <a:tailEnd len="sm" w="sm" type="none"/>
            </a:ln>
          </p:spPr>
        </p:cxnSp>
      </p:grpSp>
      <p:sp>
        <p:nvSpPr>
          <p:cNvPr id="951" name="Google Shape;951;g152440a6e00_0_22"/>
          <p:cNvSpPr txBox="1"/>
          <p:nvPr/>
        </p:nvSpPr>
        <p:spPr>
          <a:xfrm>
            <a:off x="1568607" y="1680314"/>
            <a:ext cx="5937300" cy="11604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999999"/>
              </a:buClr>
              <a:buSzPts val="4800"/>
              <a:buFont typeface="Montserrat"/>
              <a:buNone/>
            </a:pPr>
            <a:r>
              <a:rPr b="1" i="0" lang="en-US" sz="4800" u="none" cap="none" strike="noStrike">
                <a:solidFill>
                  <a:srgbClr val="FF9E00"/>
                </a:solidFill>
                <a:latin typeface="Arial"/>
                <a:ea typeface="Arial"/>
                <a:cs typeface="Arial"/>
                <a:sym typeface="Arial"/>
              </a:rPr>
              <a:t>⭡ QField Cloud</a:t>
            </a:r>
            <a:endParaRPr b="1" i="0" sz="4800" u="none" cap="none" strike="noStrike">
              <a:solidFill>
                <a:srgbClr val="FF9E00"/>
              </a:solidFill>
              <a:latin typeface="Arial"/>
              <a:ea typeface="Arial"/>
              <a:cs typeface="Arial"/>
              <a:sym typeface="Arial"/>
            </a:endParaRPr>
          </a:p>
        </p:txBody>
      </p:sp>
      <p:sp>
        <p:nvSpPr>
          <p:cNvPr id="952" name="Google Shape;952;g152440a6e00_0_22"/>
          <p:cNvSpPr txBox="1"/>
          <p:nvPr/>
        </p:nvSpPr>
        <p:spPr>
          <a:xfrm>
            <a:off x="1568607" y="2641312"/>
            <a:ext cx="5937300" cy="785700"/>
          </a:xfrm>
          <a:prstGeom prst="rect">
            <a:avLst/>
          </a:prstGeom>
          <a:noFill/>
          <a:ln>
            <a:noFill/>
          </a:ln>
        </p:spPr>
        <p:txBody>
          <a:bodyPr anchorCtr="0" anchor="t" bIns="45700" lIns="91425" spcFirstLastPara="1" rIns="91425" wrap="square" tIns="45700">
            <a:noAutofit/>
          </a:bodyPr>
          <a:lstStyle/>
          <a:p>
            <a:pPr indent="-171450" lvl="0" marL="171450" marR="0" rtl="0" algn="ctr">
              <a:lnSpc>
                <a:spcPct val="90000"/>
              </a:lnSpc>
              <a:spcBef>
                <a:spcPts val="750"/>
              </a:spcBef>
              <a:spcAft>
                <a:spcPts val="0"/>
              </a:spcAft>
              <a:buClr>
                <a:srgbClr val="CCCCCC"/>
              </a:buClr>
              <a:buSzPts val="1920"/>
              <a:buFont typeface="Oi"/>
              <a:buNone/>
            </a:pPr>
            <a:r>
              <a:rPr b="0" i="0" lang="en-US" sz="2400" u="none" cap="none" strike="noStrike">
                <a:solidFill>
                  <a:srgbClr val="CCCCCC"/>
                </a:solidFill>
                <a:latin typeface="Arial"/>
                <a:ea typeface="Arial"/>
                <a:cs typeface="Arial"/>
                <a:sym typeface="Arial"/>
              </a:rPr>
              <a:t>Quickly sync projects between Desktop and Mobile environments via the cloud.</a:t>
            </a:r>
            <a:endParaRPr b="0" i="0" sz="1400" u="none" cap="none" strike="noStrike">
              <a:solidFill>
                <a:srgbClr val="000000"/>
              </a:solidFill>
              <a:latin typeface="Arial"/>
              <a:ea typeface="Arial"/>
              <a:cs typeface="Arial"/>
              <a:sym typeface="Arial"/>
            </a:endParaRPr>
          </a:p>
        </p:txBody>
      </p:sp>
      <p:grpSp>
        <p:nvGrpSpPr>
          <p:cNvPr id="953" name="Google Shape;953;g152440a6e00_0_22"/>
          <p:cNvGrpSpPr/>
          <p:nvPr/>
        </p:nvGrpSpPr>
        <p:grpSpPr>
          <a:xfrm>
            <a:off x="4199281" y="375417"/>
            <a:ext cx="676282" cy="1104905"/>
            <a:chOff x="6730350" y="2315900"/>
            <a:chExt cx="257700" cy="420100"/>
          </a:xfrm>
        </p:grpSpPr>
        <p:sp>
          <p:nvSpPr>
            <p:cNvPr id="954" name="Google Shape;954;g152440a6e00_0_22"/>
            <p:cNvSpPr/>
            <p:nvPr/>
          </p:nvSpPr>
          <p:spPr>
            <a:xfrm>
              <a:off x="6807900" y="2671250"/>
              <a:ext cx="102600" cy="22625"/>
            </a:xfrm>
            <a:custGeom>
              <a:rect b="b" l="l" r="r" t="t"/>
              <a:pathLst>
                <a:path extrusionOk="0" h="905" w="4104">
                  <a:moveTo>
                    <a:pt x="1" y="1"/>
                  </a:moveTo>
                  <a:lnTo>
                    <a:pt x="1" y="905"/>
                  </a:lnTo>
                  <a:lnTo>
                    <a:pt x="4104" y="905"/>
                  </a:lnTo>
                  <a:lnTo>
                    <a:pt x="4104" y="1"/>
                  </a:lnTo>
                  <a:lnTo>
                    <a:pt x="1" y="1"/>
                  </a:lnTo>
                  <a:close/>
                </a:path>
              </a:pathLst>
            </a:custGeom>
            <a:solidFill>
              <a:srgbClr val="FF9E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Calibri"/>
                <a:ea typeface="Calibri"/>
                <a:cs typeface="Calibri"/>
                <a:sym typeface="Calibri"/>
              </a:endParaRPr>
            </a:p>
          </p:txBody>
        </p:sp>
        <p:sp>
          <p:nvSpPr>
            <p:cNvPr id="955" name="Google Shape;955;g152440a6e00_0_22"/>
            <p:cNvSpPr/>
            <p:nvPr/>
          </p:nvSpPr>
          <p:spPr>
            <a:xfrm>
              <a:off x="6807900" y="2636450"/>
              <a:ext cx="102600" cy="22625"/>
            </a:xfrm>
            <a:custGeom>
              <a:rect b="b" l="l" r="r" t="t"/>
              <a:pathLst>
                <a:path extrusionOk="0" h="905" w="4104">
                  <a:moveTo>
                    <a:pt x="1" y="1"/>
                  </a:moveTo>
                  <a:lnTo>
                    <a:pt x="1" y="905"/>
                  </a:lnTo>
                  <a:lnTo>
                    <a:pt x="4104" y="905"/>
                  </a:lnTo>
                  <a:lnTo>
                    <a:pt x="4104" y="1"/>
                  </a:lnTo>
                  <a:lnTo>
                    <a:pt x="1" y="1"/>
                  </a:lnTo>
                  <a:close/>
                </a:path>
              </a:pathLst>
            </a:custGeom>
            <a:solidFill>
              <a:srgbClr val="FF9E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Calibri"/>
                <a:ea typeface="Calibri"/>
                <a:cs typeface="Calibri"/>
                <a:sym typeface="Calibri"/>
              </a:endParaRPr>
            </a:p>
          </p:txBody>
        </p:sp>
        <p:sp>
          <p:nvSpPr>
            <p:cNvPr id="956" name="Google Shape;956;g152440a6e00_0_22"/>
            <p:cNvSpPr/>
            <p:nvPr/>
          </p:nvSpPr>
          <p:spPr>
            <a:xfrm>
              <a:off x="6807900" y="2706075"/>
              <a:ext cx="102600" cy="29925"/>
            </a:xfrm>
            <a:custGeom>
              <a:rect b="b" l="l" r="r" t="t"/>
              <a:pathLst>
                <a:path extrusionOk="0" h="1197" w="4104">
                  <a:moveTo>
                    <a:pt x="1" y="0"/>
                  </a:moveTo>
                  <a:lnTo>
                    <a:pt x="1" y="171"/>
                  </a:lnTo>
                  <a:lnTo>
                    <a:pt x="25" y="318"/>
                  </a:lnTo>
                  <a:lnTo>
                    <a:pt x="98" y="464"/>
                  </a:lnTo>
                  <a:lnTo>
                    <a:pt x="196" y="586"/>
                  </a:lnTo>
                  <a:lnTo>
                    <a:pt x="343" y="660"/>
                  </a:lnTo>
                  <a:lnTo>
                    <a:pt x="1881" y="1172"/>
                  </a:lnTo>
                  <a:lnTo>
                    <a:pt x="2052" y="1197"/>
                  </a:lnTo>
                  <a:lnTo>
                    <a:pt x="2223" y="1172"/>
                  </a:lnTo>
                  <a:lnTo>
                    <a:pt x="3762" y="660"/>
                  </a:lnTo>
                  <a:lnTo>
                    <a:pt x="3908" y="586"/>
                  </a:lnTo>
                  <a:lnTo>
                    <a:pt x="4006" y="464"/>
                  </a:lnTo>
                  <a:lnTo>
                    <a:pt x="4079" y="318"/>
                  </a:lnTo>
                  <a:lnTo>
                    <a:pt x="4104" y="171"/>
                  </a:lnTo>
                  <a:lnTo>
                    <a:pt x="4104" y="0"/>
                  </a:lnTo>
                  <a:lnTo>
                    <a:pt x="1" y="0"/>
                  </a:lnTo>
                  <a:close/>
                </a:path>
              </a:pathLst>
            </a:custGeom>
            <a:solidFill>
              <a:srgbClr val="FF9E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Calibri"/>
                <a:ea typeface="Calibri"/>
                <a:cs typeface="Calibri"/>
                <a:sym typeface="Calibri"/>
              </a:endParaRPr>
            </a:p>
          </p:txBody>
        </p:sp>
        <p:sp>
          <p:nvSpPr>
            <p:cNvPr id="957" name="Google Shape;957;g152440a6e00_0_22"/>
            <p:cNvSpPr/>
            <p:nvPr/>
          </p:nvSpPr>
          <p:spPr>
            <a:xfrm>
              <a:off x="6811575" y="2463675"/>
              <a:ext cx="95275" cy="160600"/>
            </a:xfrm>
            <a:custGeom>
              <a:rect b="b" l="l" r="r" t="t"/>
              <a:pathLst>
                <a:path extrusionOk="0" h="6424" w="3811">
                  <a:moveTo>
                    <a:pt x="1905" y="0"/>
                  </a:moveTo>
                  <a:lnTo>
                    <a:pt x="928" y="831"/>
                  </a:lnTo>
                  <a:lnTo>
                    <a:pt x="855" y="879"/>
                  </a:lnTo>
                  <a:lnTo>
                    <a:pt x="782" y="904"/>
                  </a:lnTo>
                  <a:lnTo>
                    <a:pt x="684" y="879"/>
                  </a:lnTo>
                  <a:lnTo>
                    <a:pt x="611" y="831"/>
                  </a:lnTo>
                  <a:lnTo>
                    <a:pt x="0" y="318"/>
                  </a:lnTo>
                  <a:lnTo>
                    <a:pt x="1319" y="6423"/>
                  </a:lnTo>
                  <a:lnTo>
                    <a:pt x="2491" y="6423"/>
                  </a:lnTo>
                  <a:lnTo>
                    <a:pt x="3810" y="318"/>
                  </a:lnTo>
                  <a:lnTo>
                    <a:pt x="3200" y="831"/>
                  </a:lnTo>
                  <a:lnTo>
                    <a:pt x="3126" y="879"/>
                  </a:lnTo>
                  <a:lnTo>
                    <a:pt x="3029" y="904"/>
                  </a:lnTo>
                  <a:lnTo>
                    <a:pt x="2955" y="879"/>
                  </a:lnTo>
                  <a:lnTo>
                    <a:pt x="2882" y="831"/>
                  </a:lnTo>
                  <a:lnTo>
                    <a:pt x="1905" y="0"/>
                  </a:lnTo>
                  <a:close/>
                </a:path>
              </a:pathLst>
            </a:custGeom>
            <a:solidFill>
              <a:srgbClr val="FF9E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Calibri"/>
                <a:ea typeface="Calibri"/>
                <a:cs typeface="Calibri"/>
                <a:sym typeface="Calibri"/>
              </a:endParaRPr>
            </a:p>
          </p:txBody>
        </p:sp>
        <p:sp>
          <p:nvSpPr>
            <p:cNvPr id="958" name="Google Shape;958;g152440a6e00_0_22"/>
            <p:cNvSpPr/>
            <p:nvPr/>
          </p:nvSpPr>
          <p:spPr>
            <a:xfrm>
              <a:off x="6730350" y="2315900"/>
              <a:ext cx="257700" cy="308375"/>
            </a:xfrm>
            <a:custGeom>
              <a:rect b="b" l="l" r="r" t="t"/>
              <a:pathLst>
                <a:path extrusionOk="0" h="12335" w="10308">
                  <a:moveTo>
                    <a:pt x="5154" y="1"/>
                  </a:moveTo>
                  <a:lnTo>
                    <a:pt x="4617" y="25"/>
                  </a:lnTo>
                  <a:lnTo>
                    <a:pt x="4128" y="98"/>
                  </a:lnTo>
                  <a:lnTo>
                    <a:pt x="3615" y="245"/>
                  </a:lnTo>
                  <a:lnTo>
                    <a:pt x="3151" y="416"/>
                  </a:lnTo>
                  <a:lnTo>
                    <a:pt x="2712" y="636"/>
                  </a:lnTo>
                  <a:lnTo>
                    <a:pt x="2272" y="880"/>
                  </a:lnTo>
                  <a:lnTo>
                    <a:pt x="1881" y="1173"/>
                  </a:lnTo>
                  <a:lnTo>
                    <a:pt x="1515" y="1515"/>
                  </a:lnTo>
                  <a:lnTo>
                    <a:pt x="1198" y="1881"/>
                  </a:lnTo>
                  <a:lnTo>
                    <a:pt x="880" y="2272"/>
                  </a:lnTo>
                  <a:lnTo>
                    <a:pt x="636" y="2687"/>
                  </a:lnTo>
                  <a:lnTo>
                    <a:pt x="416" y="3151"/>
                  </a:lnTo>
                  <a:lnTo>
                    <a:pt x="245" y="3615"/>
                  </a:lnTo>
                  <a:lnTo>
                    <a:pt x="123" y="4104"/>
                  </a:lnTo>
                  <a:lnTo>
                    <a:pt x="50" y="4617"/>
                  </a:lnTo>
                  <a:lnTo>
                    <a:pt x="1" y="5154"/>
                  </a:lnTo>
                  <a:lnTo>
                    <a:pt x="25" y="5423"/>
                  </a:lnTo>
                  <a:lnTo>
                    <a:pt x="50" y="5691"/>
                  </a:lnTo>
                  <a:lnTo>
                    <a:pt x="123" y="6204"/>
                  </a:lnTo>
                  <a:lnTo>
                    <a:pt x="245" y="6693"/>
                  </a:lnTo>
                  <a:lnTo>
                    <a:pt x="416" y="7132"/>
                  </a:lnTo>
                  <a:lnTo>
                    <a:pt x="636" y="7572"/>
                  </a:lnTo>
                  <a:lnTo>
                    <a:pt x="856" y="7963"/>
                  </a:lnTo>
                  <a:lnTo>
                    <a:pt x="1100" y="8353"/>
                  </a:lnTo>
                  <a:lnTo>
                    <a:pt x="1369" y="8744"/>
                  </a:lnTo>
                  <a:lnTo>
                    <a:pt x="1906" y="9526"/>
                  </a:lnTo>
                  <a:lnTo>
                    <a:pt x="2150" y="9941"/>
                  </a:lnTo>
                  <a:lnTo>
                    <a:pt x="2394" y="10356"/>
                  </a:lnTo>
                  <a:lnTo>
                    <a:pt x="2614" y="10796"/>
                  </a:lnTo>
                  <a:lnTo>
                    <a:pt x="2810" y="11284"/>
                  </a:lnTo>
                  <a:lnTo>
                    <a:pt x="2980" y="11797"/>
                  </a:lnTo>
                  <a:lnTo>
                    <a:pt x="3103" y="12334"/>
                  </a:lnTo>
                  <a:lnTo>
                    <a:pt x="4079" y="12334"/>
                  </a:lnTo>
                  <a:lnTo>
                    <a:pt x="3249" y="8500"/>
                  </a:lnTo>
                  <a:lnTo>
                    <a:pt x="2663" y="5642"/>
                  </a:lnTo>
                  <a:lnTo>
                    <a:pt x="2663" y="5520"/>
                  </a:lnTo>
                  <a:lnTo>
                    <a:pt x="2712" y="5423"/>
                  </a:lnTo>
                  <a:lnTo>
                    <a:pt x="2785" y="5374"/>
                  </a:lnTo>
                  <a:lnTo>
                    <a:pt x="2883" y="5349"/>
                  </a:lnTo>
                  <a:lnTo>
                    <a:pt x="2956" y="5349"/>
                  </a:lnTo>
                  <a:lnTo>
                    <a:pt x="3054" y="5398"/>
                  </a:lnTo>
                  <a:lnTo>
                    <a:pt x="4031" y="6253"/>
                  </a:lnTo>
                  <a:lnTo>
                    <a:pt x="4983" y="5398"/>
                  </a:lnTo>
                  <a:lnTo>
                    <a:pt x="5081" y="5349"/>
                  </a:lnTo>
                  <a:lnTo>
                    <a:pt x="5227" y="5349"/>
                  </a:lnTo>
                  <a:lnTo>
                    <a:pt x="5325" y="5398"/>
                  </a:lnTo>
                  <a:lnTo>
                    <a:pt x="6278" y="6253"/>
                  </a:lnTo>
                  <a:lnTo>
                    <a:pt x="7254" y="5398"/>
                  </a:lnTo>
                  <a:lnTo>
                    <a:pt x="7352" y="5349"/>
                  </a:lnTo>
                  <a:lnTo>
                    <a:pt x="7425" y="5349"/>
                  </a:lnTo>
                  <a:lnTo>
                    <a:pt x="7523" y="5374"/>
                  </a:lnTo>
                  <a:lnTo>
                    <a:pt x="7596" y="5423"/>
                  </a:lnTo>
                  <a:lnTo>
                    <a:pt x="7645" y="5520"/>
                  </a:lnTo>
                  <a:lnTo>
                    <a:pt x="7645" y="5642"/>
                  </a:lnTo>
                  <a:lnTo>
                    <a:pt x="7059" y="8500"/>
                  </a:lnTo>
                  <a:lnTo>
                    <a:pt x="6229" y="12334"/>
                  </a:lnTo>
                  <a:lnTo>
                    <a:pt x="7206" y="12334"/>
                  </a:lnTo>
                  <a:lnTo>
                    <a:pt x="7328" y="11797"/>
                  </a:lnTo>
                  <a:lnTo>
                    <a:pt x="7499" y="11284"/>
                  </a:lnTo>
                  <a:lnTo>
                    <a:pt x="7694" y="10796"/>
                  </a:lnTo>
                  <a:lnTo>
                    <a:pt x="7914" y="10356"/>
                  </a:lnTo>
                  <a:lnTo>
                    <a:pt x="8158" y="9941"/>
                  </a:lnTo>
                  <a:lnTo>
                    <a:pt x="8402" y="9526"/>
                  </a:lnTo>
                  <a:lnTo>
                    <a:pt x="8940" y="8744"/>
                  </a:lnTo>
                  <a:lnTo>
                    <a:pt x="9208" y="8353"/>
                  </a:lnTo>
                  <a:lnTo>
                    <a:pt x="9453" y="7963"/>
                  </a:lnTo>
                  <a:lnTo>
                    <a:pt x="9672" y="7572"/>
                  </a:lnTo>
                  <a:lnTo>
                    <a:pt x="9892" y="7132"/>
                  </a:lnTo>
                  <a:lnTo>
                    <a:pt x="10063" y="6693"/>
                  </a:lnTo>
                  <a:lnTo>
                    <a:pt x="10185" y="6204"/>
                  </a:lnTo>
                  <a:lnTo>
                    <a:pt x="10259" y="5691"/>
                  </a:lnTo>
                  <a:lnTo>
                    <a:pt x="10283" y="5423"/>
                  </a:lnTo>
                  <a:lnTo>
                    <a:pt x="10307" y="5154"/>
                  </a:lnTo>
                  <a:lnTo>
                    <a:pt x="10259" y="4617"/>
                  </a:lnTo>
                  <a:lnTo>
                    <a:pt x="10185" y="4104"/>
                  </a:lnTo>
                  <a:lnTo>
                    <a:pt x="10063" y="3615"/>
                  </a:lnTo>
                  <a:lnTo>
                    <a:pt x="9892" y="3151"/>
                  </a:lnTo>
                  <a:lnTo>
                    <a:pt x="9672" y="2687"/>
                  </a:lnTo>
                  <a:lnTo>
                    <a:pt x="9428" y="2272"/>
                  </a:lnTo>
                  <a:lnTo>
                    <a:pt x="9111" y="1881"/>
                  </a:lnTo>
                  <a:lnTo>
                    <a:pt x="8793" y="1515"/>
                  </a:lnTo>
                  <a:lnTo>
                    <a:pt x="8427" y="1173"/>
                  </a:lnTo>
                  <a:lnTo>
                    <a:pt x="8036" y="880"/>
                  </a:lnTo>
                  <a:lnTo>
                    <a:pt x="7596" y="636"/>
                  </a:lnTo>
                  <a:lnTo>
                    <a:pt x="7157" y="416"/>
                  </a:lnTo>
                  <a:lnTo>
                    <a:pt x="6693" y="245"/>
                  </a:lnTo>
                  <a:lnTo>
                    <a:pt x="6180" y="98"/>
                  </a:lnTo>
                  <a:lnTo>
                    <a:pt x="5691" y="25"/>
                  </a:lnTo>
                  <a:lnTo>
                    <a:pt x="5154" y="1"/>
                  </a:lnTo>
                  <a:close/>
                </a:path>
              </a:pathLst>
            </a:custGeom>
            <a:solidFill>
              <a:srgbClr val="FF9E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Calibri"/>
                <a:ea typeface="Calibri"/>
                <a:cs typeface="Calibri"/>
                <a:sym typeface="Calibri"/>
              </a:endParaRPr>
            </a:p>
          </p:txBody>
        </p:sp>
      </p:grpSp>
      <p:pic>
        <p:nvPicPr>
          <p:cNvPr id="959" name="Google Shape;959;g152440a6e00_0_22"/>
          <p:cNvPicPr preferRelativeResize="0"/>
          <p:nvPr/>
        </p:nvPicPr>
        <p:blipFill>
          <a:blip r:embed="rId4">
            <a:alphaModFix/>
          </a:blip>
          <a:stretch>
            <a:fillRect/>
          </a:stretch>
        </p:blipFill>
        <p:spPr>
          <a:xfrm>
            <a:off x="3253975" y="400100"/>
            <a:ext cx="730174" cy="1104900"/>
          </a:xfrm>
          <a:prstGeom prst="rect">
            <a:avLst/>
          </a:prstGeom>
          <a:noFill/>
          <a:ln>
            <a:noFill/>
          </a:ln>
        </p:spPr>
      </p:pic>
      <p:pic>
        <p:nvPicPr>
          <p:cNvPr id="960" name="Google Shape;960;g152440a6e00_0_22"/>
          <p:cNvPicPr preferRelativeResize="0"/>
          <p:nvPr/>
        </p:nvPicPr>
        <p:blipFill>
          <a:blip r:embed="rId5">
            <a:alphaModFix/>
          </a:blip>
          <a:stretch>
            <a:fillRect/>
          </a:stretch>
        </p:blipFill>
        <p:spPr>
          <a:xfrm flipH="1">
            <a:off x="5090700" y="535025"/>
            <a:ext cx="785700" cy="7857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g1582b2d5ce5_0_0"/>
          <p:cNvSpPr txBox="1"/>
          <p:nvPr>
            <p:ph type="title"/>
          </p:nvPr>
        </p:nvSpPr>
        <p:spPr>
          <a:xfrm>
            <a:off x="453600" y="190800"/>
            <a:ext cx="7772400" cy="613200"/>
          </a:xfrm>
          <a:prstGeom prst="rect">
            <a:avLst/>
          </a:prstGeom>
          <a:noFill/>
          <a:ln>
            <a:noFill/>
          </a:ln>
        </p:spPr>
        <p:txBody>
          <a:bodyPr anchorCtr="0" anchor="ctr" bIns="0" lIns="0" spcFirstLastPara="1" rIns="0" wrap="square" tIns="0">
            <a:normAutofit/>
          </a:bodyPr>
          <a:lstStyle/>
          <a:p>
            <a:pPr indent="0" lvl="0" marL="0" rtl="0" algn="l">
              <a:lnSpc>
                <a:spcPct val="86000"/>
              </a:lnSpc>
              <a:spcBef>
                <a:spcPts val="0"/>
              </a:spcBef>
              <a:spcAft>
                <a:spcPts val="0"/>
              </a:spcAft>
              <a:buClr>
                <a:srgbClr val="F49D00"/>
              </a:buClr>
              <a:buSzPts val="2400"/>
              <a:buFont typeface="Arial"/>
              <a:buNone/>
            </a:pPr>
            <a:r>
              <a:rPr b="1" lang="en-US" sz="2400">
                <a:solidFill>
                  <a:srgbClr val="F49D00"/>
                </a:solidFill>
                <a:latin typeface="Arial"/>
                <a:ea typeface="Arial"/>
                <a:cs typeface="Arial"/>
                <a:sym typeface="Arial"/>
              </a:rPr>
              <a:t>QField and QField Cloud Cloud</a:t>
            </a:r>
            <a:endParaRPr/>
          </a:p>
        </p:txBody>
      </p:sp>
      <p:pic>
        <p:nvPicPr>
          <p:cNvPr id="966" name="Google Shape;966;g1582b2d5ce5_0_0"/>
          <p:cNvPicPr preferRelativeResize="0"/>
          <p:nvPr/>
        </p:nvPicPr>
        <p:blipFill rotWithShape="1">
          <a:blip r:embed="rId3">
            <a:alphaModFix/>
          </a:blip>
          <a:srcRect b="0" l="0" r="0" t="88574"/>
          <a:stretch/>
        </p:blipFill>
        <p:spPr>
          <a:xfrm>
            <a:off x="-1764" y="4563291"/>
            <a:ext cx="9158869" cy="588573"/>
          </a:xfrm>
          <a:prstGeom prst="rect">
            <a:avLst/>
          </a:prstGeom>
          <a:noFill/>
          <a:ln>
            <a:noFill/>
          </a:ln>
        </p:spPr>
      </p:pic>
      <p:sp>
        <p:nvSpPr>
          <p:cNvPr id="967" name="Google Shape;967;g1582b2d5ce5_0_0"/>
          <p:cNvSpPr txBox="1"/>
          <p:nvPr/>
        </p:nvSpPr>
        <p:spPr>
          <a:xfrm>
            <a:off x="453600" y="803971"/>
            <a:ext cx="7959900" cy="2862900"/>
          </a:xfrm>
          <a:prstGeom prst="rect">
            <a:avLst/>
          </a:prstGeom>
          <a:noFill/>
          <a:ln>
            <a:noFill/>
          </a:ln>
        </p:spPr>
        <p:txBody>
          <a:bodyPr anchorCtr="0" anchor="t" bIns="45700" lIns="91425" spcFirstLastPara="1" rIns="91425" wrap="square" tIns="45700">
            <a:spAutoFit/>
          </a:bodyPr>
          <a:lstStyle/>
          <a:p>
            <a:pPr indent="-342899" lvl="0" marL="541020" marR="0" rtl="0" algn="l">
              <a:lnSpc>
                <a:spcPct val="100000"/>
              </a:lnSpc>
              <a:spcBef>
                <a:spcPts val="0"/>
              </a:spcBef>
              <a:spcAft>
                <a:spcPts val="0"/>
              </a:spcAft>
              <a:buClr>
                <a:schemeClr val="dk1"/>
              </a:buClr>
              <a:buSzPts val="2400"/>
              <a:buFont typeface="Arial"/>
              <a:buChar char="•"/>
            </a:pPr>
            <a:r>
              <a:rPr b="0" i="0" lang="en-US" sz="2200" u="none" cap="none" strike="noStrike">
                <a:solidFill>
                  <a:schemeClr val="dk1"/>
                </a:solidFill>
                <a:latin typeface="Calibri"/>
                <a:ea typeface="Calibri"/>
                <a:cs typeface="Calibri"/>
                <a:sym typeface="Calibri"/>
              </a:rPr>
              <a:t>Create an account with </a:t>
            </a:r>
            <a:r>
              <a:rPr lang="en-US" sz="1800" u="sng">
                <a:solidFill>
                  <a:schemeClr val="hlink"/>
                </a:solidFill>
                <a:latin typeface="Calibri"/>
                <a:ea typeface="Calibri"/>
                <a:cs typeface="Calibri"/>
                <a:sym typeface="Calibri"/>
                <a:hlinkClick r:id="rId4"/>
              </a:rPr>
              <a:t>https://app.qfield.cloud/accounts/signup</a:t>
            </a:r>
            <a:r>
              <a:rPr lang="en-US" sz="1800">
                <a:solidFill>
                  <a:schemeClr val="dk1"/>
                </a:solidFill>
                <a:latin typeface="Calibri"/>
                <a:ea typeface="Calibri"/>
                <a:cs typeface="Calibri"/>
                <a:sym typeface="Calibri"/>
              </a:rPr>
              <a:t> </a:t>
            </a:r>
            <a:endParaRPr b="0" i="0" sz="1800" u="sng" cap="none" strike="noStrike">
              <a:solidFill>
                <a:schemeClr val="accent3"/>
              </a:solidFill>
              <a:latin typeface="Calibri"/>
              <a:ea typeface="Calibri"/>
              <a:cs typeface="Calibri"/>
              <a:sym typeface="Calibri"/>
            </a:endParaRPr>
          </a:p>
          <a:p>
            <a:pPr indent="-342899" lvl="0" marL="541020" marR="0" rtl="0" algn="l">
              <a:lnSpc>
                <a:spcPct val="100000"/>
              </a:lnSpc>
              <a:spcBef>
                <a:spcPts val="1200"/>
              </a:spcBef>
              <a:spcAft>
                <a:spcPts val="0"/>
              </a:spcAft>
              <a:buClr>
                <a:schemeClr val="dk1"/>
              </a:buClr>
              <a:buSzPts val="2400"/>
              <a:buFont typeface="Arial"/>
              <a:buChar char="•"/>
            </a:pPr>
            <a:r>
              <a:rPr lang="en-US" sz="2200">
                <a:solidFill>
                  <a:schemeClr val="dk1"/>
                </a:solidFill>
                <a:latin typeface="Calibri"/>
                <a:ea typeface="Calibri"/>
                <a:cs typeface="Calibri"/>
                <a:sym typeface="Calibri"/>
              </a:rPr>
              <a:t>QField Cloud</a:t>
            </a:r>
            <a:r>
              <a:rPr b="0" i="0" lang="en-US" sz="2200" u="none" cap="none" strike="noStrike">
                <a:solidFill>
                  <a:schemeClr val="dk1"/>
                </a:solidFill>
                <a:latin typeface="Calibri"/>
                <a:ea typeface="Calibri"/>
                <a:cs typeface="Calibri"/>
                <a:sym typeface="Calibri"/>
              </a:rPr>
              <a:t> ha</a:t>
            </a:r>
            <a:r>
              <a:rPr lang="en-US" sz="2200">
                <a:solidFill>
                  <a:schemeClr val="dk1"/>
                </a:solidFill>
                <a:latin typeface="Calibri"/>
                <a:ea typeface="Calibri"/>
                <a:cs typeface="Calibri"/>
                <a:sym typeface="Calibri"/>
              </a:rPr>
              <a:t>s</a:t>
            </a:r>
            <a:r>
              <a:rPr b="0" i="0" lang="en-US" sz="2200" u="none" cap="none" strike="noStrike">
                <a:solidFill>
                  <a:schemeClr val="dk1"/>
                </a:solidFill>
                <a:latin typeface="Calibri"/>
                <a:ea typeface="Calibri"/>
                <a:cs typeface="Calibri"/>
                <a:sym typeface="Calibri"/>
              </a:rPr>
              <a:t> options for hosting your data. Alternatively, use your own Docker instance to host </a:t>
            </a:r>
            <a:r>
              <a:rPr lang="en-US" sz="2200">
                <a:solidFill>
                  <a:schemeClr val="dk1"/>
                </a:solidFill>
                <a:latin typeface="Calibri"/>
                <a:ea typeface="Calibri"/>
                <a:cs typeface="Calibri"/>
                <a:sym typeface="Calibri"/>
              </a:rPr>
              <a:t>it and your</a:t>
            </a:r>
            <a:r>
              <a:rPr b="0" i="0" lang="en-US" sz="2200" u="none" cap="none" strike="noStrike">
                <a:solidFill>
                  <a:schemeClr val="dk1"/>
                </a:solidFill>
                <a:latin typeface="Calibri"/>
                <a:ea typeface="Calibri"/>
                <a:cs typeface="Calibri"/>
                <a:sym typeface="Calibri"/>
              </a:rPr>
              <a:t> data</a:t>
            </a:r>
            <a:r>
              <a:rPr b="0" i="0" lang="en-US" sz="2200" u="none" cap="none" strike="noStrike">
                <a:solidFill>
                  <a:schemeClr val="accent3"/>
                </a:solidFill>
                <a:latin typeface="Calibri"/>
                <a:ea typeface="Calibri"/>
                <a:cs typeface="Calibri"/>
                <a:sym typeface="Calibri"/>
              </a:rPr>
              <a:t> </a:t>
            </a:r>
            <a:endParaRPr b="0" i="0" sz="2200" u="none" cap="none" strike="noStrike">
              <a:solidFill>
                <a:schemeClr val="dk1"/>
              </a:solidFill>
              <a:latin typeface="Calibri"/>
              <a:ea typeface="Calibri"/>
              <a:cs typeface="Calibri"/>
              <a:sym typeface="Calibri"/>
            </a:endParaRPr>
          </a:p>
          <a:p>
            <a:pPr indent="-342899" lvl="0" marL="541020" marR="0" rtl="0" algn="l">
              <a:lnSpc>
                <a:spcPct val="100000"/>
              </a:lnSpc>
              <a:spcBef>
                <a:spcPts val="1200"/>
              </a:spcBef>
              <a:spcAft>
                <a:spcPts val="0"/>
              </a:spcAft>
              <a:buClr>
                <a:schemeClr val="dk1"/>
              </a:buClr>
              <a:buSzPts val="2400"/>
              <a:buFont typeface="Arial"/>
              <a:buChar char="•"/>
            </a:pPr>
            <a:r>
              <a:rPr lang="en-US" sz="2200">
                <a:solidFill>
                  <a:schemeClr val="dk1"/>
                </a:solidFill>
                <a:latin typeface="Calibri"/>
                <a:ea typeface="Calibri"/>
                <a:cs typeface="Calibri"/>
                <a:sym typeface="Calibri"/>
              </a:rPr>
              <a:t>Install the QFieldCloud plugin for QGIS</a:t>
            </a:r>
            <a:endParaRPr b="0" i="0" sz="1800" u="none" cap="none" strike="noStrike">
              <a:solidFill>
                <a:schemeClr val="accent3"/>
              </a:solidFill>
              <a:latin typeface="Calibri"/>
              <a:ea typeface="Calibri"/>
              <a:cs typeface="Calibri"/>
              <a:sym typeface="Calibri"/>
            </a:endParaRPr>
          </a:p>
          <a:p>
            <a:pPr indent="-342899" lvl="0" marL="541020" marR="0" rtl="0" algn="l">
              <a:lnSpc>
                <a:spcPct val="100000"/>
              </a:lnSpc>
              <a:spcBef>
                <a:spcPts val="1200"/>
              </a:spcBef>
              <a:spcAft>
                <a:spcPts val="0"/>
              </a:spcAft>
              <a:buClr>
                <a:schemeClr val="dk1"/>
              </a:buClr>
              <a:buSzPts val="2400"/>
              <a:buFont typeface="Arial"/>
              <a:buChar char="•"/>
            </a:pPr>
            <a:r>
              <a:rPr lang="en-US" sz="2200">
                <a:solidFill>
                  <a:schemeClr val="dk1"/>
                </a:solidFill>
                <a:latin typeface="Calibri"/>
                <a:ea typeface="Calibri"/>
                <a:cs typeface="Calibri"/>
                <a:sym typeface="Calibri"/>
              </a:rPr>
              <a:t>Login by clicking on the cloud icon</a:t>
            </a:r>
            <a:endParaRPr sz="2200">
              <a:solidFill>
                <a:schemeClr val="dk1"/>
              </a:solidFill>
              <a:latin typeface="Calibri"/>
              <a:ea typeface="Calibri"/>
              <a:cs typeface="Calibri"/>
              <a:sym typeface="Calibri"/>
            </a:endParaRPr>
          </a:p>
          <a:p>
            <a:pPr indent="-368300" lvl="1" marL="914400" marR="0" rtl="0" algn="l">
              <a:lnSpc>
                <a:spcPct val="100000"/>
              </a:lnSpc>
              <a:spcBef>
                <a:spcPts val="1200"/>
              </a:spcBef>
              <a:spcAft>
                <a:spcPts val="1200"/>
              </a:spcAft>
              <a:buClr>
                <a:schemeClr val="dk1"/>
              </a:buClr>
              <a:buSzPts val="2200"/>
              <a:buFont typeface="Calibri"/>
              <a:buChar char="○"/>
            </a:pPr>
            <a:r>
              <a:rPr lang="en-US" sz="2200">
                <a:solidFill>
                  <a:schemeClr val="dk1"/>
                </a:solidFill>
                <a:latin typeface="Calibri"/>
                <a:ea typeface="Calibri"/>
                <a:cs typeface="Calibri"/>
                <a:sym typeface="Calibri"/>
              </a:rPr>
              <a:t>If you are using your server double click on the bee icon</a:t>
            </a:r>
            <a:endParaRPr sz="22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g152440a6e00_0_44"/>
          <p:cNvSpPr txBox="1"/>
          <p:nvPr>
            <p:ph type="title"/>
          </p:nvPr>
        </p:nvSpPr>
        <p:spPr>
          <a:xfrm>
            <a:off x="453600" y="190800"/>
            <a:ext cx="7772400" cy="613200"/>
          </a:xfrm>
          <a:prstGeom prst="rect">
            <a:avLst/>
          </a:prstGeom>
          <a:noFill/>
          <a:ln>
            <a:noFill/>
          </a:ln>
        </p:spPr>
        <p:txBody>
          <a:bodyPr anchorCtr="0" anchor="ctr" bIns="0" lIns="0" spcFirstLastPara="1" rIns="0" wrap="square" tIns="0">
            <a:normAutofit/>
          </a:bodyPr>
          <a:lstStyle/>
          <a:p>
            <a:pPr indent="0" lvl="0" marL="0" rtl="0" algn="l">
              <a:lnSpc>
                <a:spcPct val="86000"/>
              </a:lnSpc>
              <a:spcBef>
                <a:spcPts val="0"/>
              </a:spcBef>
              <a:spcAft>
                <a:spcPts val="0"/>
              </a:spcAft>
              <a:buClr>
                <a:srgbClr val="F49D00"/>
              </a:buClr>
              <a:buSzPts val="2400"/>
              <a:buFont typeface="Arial"/>
              <a:buNone/>
            </a:pPr>
            <a:r>
              <a:rPr b="1" lang="en-US" sz="2400">
                <a:solidFill>
                  <a:srgbClr val="F49D00"/>
                </a:solidFill>
                <a:latin typeface="Arial"/>
                <a:ea typeface="Arial"/>
                <a:cs typeface="Arial"/>
                <a:sym typeface="Arial"/>
              </a:rPr>
              <a:t>QField Cloud - QGIS Desktop Setup</a:t>
            </a:r>
            <a:endParaRPr/>
          </a:p>
        </p:txBody>
      </p:sp>
      <p:pic>
        <p:nvPicPr>
          <p:cNvPr id="973" name="Google Shape;973;g152440a6e00_0_44"/>
          <p:cNvPicPr preferRelativeResize="0"/>
          <p:nvPr/>
        </p:nvPicPr>
        <p:blipFill rotWithShape="1">
          <a:blip r:embed="rId3">
            <a:alphaModFix/>
          </a:blip>
          <a:srcRect b="0" l="0" r="0" t="88574"/>
          <a:stretch/>
        </p:blipFill>
        <p:spPr>
          <a:xfrm>
            <a:off x="-1764" y="4563291"/>
            <a:ext cx="9158870" cy="588573"/>
          </a:xfrm>
          <a:prstGeom prst="rect">
            <a:avLst/>
          </a:prstGeom>
          <a:noFill/>
          <a:ln>
            <a:noFill/>
          </a:ln>
        </p:spPr>
      </p:pic>
      <p:pic>
        <p:nvPicPr>
          <p:cNvPr id="974" name="Google Shape;974;g152440a6e00_0_44"/>
          <p:cNvPicPr preferRelativeResize="0"/>
          <p:nvPr/>
        </p:nvPicPr>
        <p:blipFill rotWithShape="1">
          <a:blip r:embed="rId4">
            <a:alphaModFix/>
          </a:blip>
          <a:srcRect b="0" l="0" r="0" t="0"/>
          <a:stretch/>
        </p:blipFill>
        <p:spPr>
          <a:xfrm>
            <a:off x="152400" y="956400"/>
            <a:ext cx="6283643" cy="3454491"/>
          </a:xfrm>
          <a:prstGeom prst="rect">
            <a:avLst/>
          </a:prstGeom>
          <a:noFill/>
          <a:ln>
            <a:noFill/>
          </a:ln>
        </p:spPr>
      </p:pic>
      <p:pic>
        <p:nvPicPr>
          <p:cNvPr id="975" name="Google Shape;975;g152440a6e00_0_44"/>
          <p:cNvPicPr preferRelativeResize="0"/>
          <p:nvPr/>
        </p:nvPicPr>
        <p:blipFill rotWithShape="1">
          <a:blip r:embed="rId5">
            <a:alphaModFix/>
          </a:blip>
          <a:srcRect b="0" l="0" r="0" t="0"/>
          <a:stretch/>
        </p:blipFill>
        <p:spPr>
          <a:xfrm>
            <a:off x="6562025" y="332463"/>
            <a:ext cx="2338625" cy="1489575"/>
          </a:xfrm>
          <a:prstGeom prst="rect">
            <a:avLst/>
          </a:prstGeom>
          <a:noFill/>
          <a:ln>
            <a:noFill/>
          </a:ln>
        </p:spPr>
      </p:pic>
      <p:pic>
        <p:nvPicPr>
          <p:cNvPr id="976" name="Google Shape;976;g152440a6e00_0_44"/>
          <p:cNvPicPr preferRelativeResize="0"/>
          <p:nvPr/>
        </p:nvPicPr>
        <p:blipFill rotWithShape="1">
          <a:blip r:embed="rId6">
            <a:alphaModFix/>
          </a:blip>
          <a:srcRect b="0" l="0" r="0" t="0"/>
          <a:stretch/>
        </p:blipFill>
        <p:spPr>
          <a:xfrm>
            <a:off x="6537725" y="1936755"/>
            <a:ext cx="2387224" cy="1117583"/>
          </a:xfrm>
          <a:prstGeom prst="rect">
            <a:avLst/>
          </a:prstGeom>
          <a:noFill/>
          <a:ln>
            <a:noFill/>
          </a:ln>
        </p:spPr>
      </p:pic>
      <p:sp>
        <p:nvSpPr>
          <p:cNvPr id="977" name="Google Shape;977;g152440a6e00_0_44"/>
          <p:cNvSpPr txBox="1"/>
          <p:nvPr/>
        </p:nvSpPr>
        <p:spPr>
          <a:xfrm>
            <a:off x="3255675" y="3982475"/>
            <a:ext cx="276900" cy="261600"/>
          </a:xfrm>
          <a:prstGeom prst="rect">
            <a:avLst/>
          </a:prstGeom>
          <a:no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Open Sans Light"/>
              <a:ea typeface="Open Sans Light"/>
              <a:cs typeface="Open Sans Light"/>
              <a:sym typeface="Open Sans Light"/>
            </a:endParaRPr>
          </a:p>
        </p:txBody>
      </p:sp>
      <p:sp>
        <p:nvSpPr>
          <p:cNvPr id="978" name="Google Shape;978;g152440a6e00_0_44"/>
          <p:cNvSpPr txBox="1"/>
          <p:nvPr/>
        </p:nvSpPr>
        <p:spPr>
          <a:xfrm>
            <a:off x="6625400" y="866775"/>
            <a:ext cx="2211900" cy="492600"/>
          </a:xfrm>
          <a:prstGeom prst="rect">
            <a:avLst/>
          </a:prstGeom>
          <a:no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00"/>
              <a:buFont typeface="Arial"/>
              <a:buNone/>
            </a:pPr>
            <a:r>
              <a:t/>
            </a:r>
            <a:endParaRPr sz="500">
              <a:latin typeface="Open Sans Light"/>
              <a:ea typeface="Open Sans Light"/>
              <a:cs typeface="Open Sans Light"/>
              <a:sym typeface="Open Sans Light"/>
            </a:endParaRPr>
          </a:p>
          <a:p>
            <a:pPr indent="0" lvl="0" marL="0" marR="0" rtl="0" algn="l">
              <a:lnSpc>
                <a:spcPct val="100000"/>
              </a:lnSpc>
              <a:spcBef>
                <a:spcPts val="0"/>
              </a:spcBef>
              <a:spcAft>
                <a:spcPts val="0"/>
              </a:spcAft>
              <a:buClr>
                <a:srgbClr val="000000"/>
              </a:buClr>
              <a:buSzPts val="500"/>
              <a:buFont typeface="Arial"/>
              <a:buNone/>
            </a:pPr>
            <a:r>
              <a:t/>
            </a:r>
            <a:endParaRPr sz="500">
              <a:latin typeface="Open Sans Light"/>
              <a:ea typeface="Open Sans Light"/>
              <a:cs typeface="Open Sans Light"/>
              <a:sym typeface="Open Sans Light"/>
            </a:endParaRPr>
          </a:p>
          <a:p>
            <a:pPr indent="0" lvl="0" marL="0" marR="0" rtl="0" algn="l">
              <a:lnSpc>
                <a:spcPct val="100000"/>
              </a:lnSpc>
              <a:spcBef>
                <a:spcPts val="0"/>
              </a:spcBef>
              <a:spcAft>
                <a:spcPts val="0"/>
              </a:spcAft>
              <a:buClr>
                <a:srgbClr val="000000"/>
              </a:buClr>
              <a:buSzPts val="500"/>
              <a:buFont typeface="Arial"/>
              <a:buNone/>
            </a:pPr>
            <a:r>
              <a:t/>
            </a:r>
            <a:endParaRPr sz="500">
              <a:latin typeface="Open Sans Light"/>
              <a:ea typeface="Open Sans Light"/>
              <a:cs typeface="Open Sans Light"/>
              <a:sym typeface="Open Sans Light"/>
            </a:endParaRPr>
          </a:p>
          <a:p>
            <a:pPr indent="0" lvl="0" marL="0" marR="0" rtl="0" algn="l">
              <a:lnSpc>
                <a:spcPct val="100000"/>
              </a:lnSpc>
              <a:spcBef>
                <a:spcPts val="0"/>
              </a:spcBef>
              <a:spcAft>
                <a:spcPts val="0"/>
              </a:spcAft>
              <a:buClr>
                <a:srgbClr val="000000"/>
              </a:buClr>
              <a:buSzPts val="500"/>
              <a:buFont typeface="Arial"/>
              <a:buNone/>
            </a:pPr>
            <a:r>
              <a:t/>
            </a:r>
            <a:endParaRPr sz="500">
              <a:latin typeface="Open Sans Light"/>
              <a:ea typeface="Open Sans Light"/>
              <a:cs typeface="Open Sans Light"/>
              <a:sym typeface="Open Sans Light"/>
            </a:endParaRPr>
          </a:p>
        </p:txBody>
      </p:sp>
      <p:pic>
        <p:nvPicPr>
          <p:cNvPr id="979" name="Google Shape;979;g152440a6e00_0_44"/>
          <p:cNvPicPr preferRelativeResize="0"/>
          <p:nvPr/>
        </p:nvPicPr>
        <p:blipFill rotWithShape="1">
          <a:blip r:embed="rId7">
            <a:alphaModFix/>
          </a:blip>
          <a:srcRect b="0" l="0" r="0" t="0"/>
          <a:stretch/>
        </p:blipFill>
        <p:spPr>
          <a:xfrm>
            <a:off x="6537724" y="3173750"/>
            <a:ext cx="2387224" cy="1041562"/>
          </a:xfrm>
          <a:prstGeom prst="rect">
            <a:avLst/>
          </a:prstGeom>
          <a:noFill/>
          <a:ln>
            <a:noFill/>
          </a:ln>
        </p:spPr>
      </p:pic>
      <p:sp>
        <p:nvSpPr>
          <p:cNvPr id="980" name="Google Shape;980;g152440a6e00_0_44"/>
          <p:cNvSpPr txBox="1"/>
          <p:nvPr/>
        </p:nvSpPr>
        <p:spPr>
          <a:xfrm>
            <a:off x="6537725" y="3769075"/>
            <a:ext cx="276900" cy="261600"/>
          </a:xfrm>
          <a:prstGeom prst="rect">
            <a:avLst/>
          </a:prstGeom>
          <a:no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Open Sans Light"/>
              <a:ea typeface="Open Sans Light"/>
              <a:cs typeface="Open Sans Light"/>
              <a:sym typeface="Open Sans Light"/>
            </a:endParaRPr>
          </a:p>
        </p:txBody>
      </p:sp>
      <p:sp>
        <p:nvSpPr>
          <p:cNvPr id="981" name="Google Shape;981;g152440a6e00_0_44"/>
          <p:cNvSpPr txBox="1"/>
          <p:nvPr/>
        </p:nvSpPr>
        <p:spPr>
          <a:xfrm>
            <a:off x="152400" y="3982475"/>
            <a:ext cx="8748300" cy="6156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270"/>
              </a:spcBef>
              <a:spcAft>
                <a:spcPts val="0"/>
              </a:spcAft>
              <a:buClr>
                <a:srgbClr val="000000"/>
              </a:buClr>
              <a:buSzPts val="1400"/>
              <a:buFont typeface="Arial"/>
              <a:buNone/>
            </a:pPr>
            <a:r>
              <a:rPr b="1" lang="en-US">
                <a:solidFill>
                  <a:schemeClr val="accent4"/>
                </a:solidFill>
              </a:rPr>
              <a:t>IMPORTANT </a:t>
            </a:r>
            <a:r>
              <a:rPr lang="en-US"/>
              <a:t>- it has to create its own copy of your project. This should be in a separate folder to your main project and </a:t>
            </a:r>
            <a:r>
              <a:rPr b="1" lang="en-US"/>
              <a:t>you should never edit that</a:t>
            </a:r>
            <a:r>
              <a:rPr lang="en-US"/>
              <a:t>. Only work in the project that you are currently in.</a:t>
            </a:r>
            <a:endParaRPr sz="1900">
              <a:latin typeface="Open Sans Light"/>
              <a:ea typeface="Open Sans Light"/>
              <a:cs typeface="Open Sans Light"/>
              <a:sym typeface="Open Sans 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62626"/>
        </a:solidFill>
      </p:bgPr>
    </p:bg>
    <p:spTree>
      <p:nvGrpSpPr>
        <p:cNvPr id="985" name="Shape 985"/>
        <p:cNvGrpSpPr/>
        <p:nvPr/>
      </p:nvGrpSpPr>
      <p:grpSpPr>
        <a:xfrm>
          <a:off x="0" y="0"/>
          <a:ext cx="0" cy="0"/>
          <a:chOff x="0" y="0"/>
          <a:chExt cx="0" cy="0"/>
        </a:xfrm>
      </p:grpSpPr>
      <p:sp>
        <p:nvSpPr>
          <p:cNvPr id="986" name="Google Shape;986;g152440a6e00_0_64"/>
          <p:cNvSpPr txBox="1"/>
          <p:nvPr>
            <p:ph type="title"/>
          </p:nvPr>
        </p:nvSpPr>
        <p:spPr>
          <a:xfrm>
            <a:off x="453600" y="190800"/>
            <a:ext cx="7886700" cy="993900"/>
          </a:xfrm>
          <a:prstGeom prst="rect">
            <a:avLst/>
          </a:prstGeom>
          <a:noFill/>
          <a:ln>
            <a:noFill/>
          </a:ln>
        </p:spPr>
        <p:txBody>
          <a:bodyPr anchorCtr="0" anchor="ctr" bIns="45700" lIns="91425" spcFirstLastPara="1" rIns="91425" wrap="square" tIns="45700">
            <a:noAutofit/>
          </a:bodyPr>
          <a:lstStyle/>
          <a:p>
            <a:pPr indent="0" lvl="0" marL="0" rtl="0" algn="l">
              <a:lnSpc>
                <a:spcPct val="86000"/>
              </a:lnSpc>
              <a:spcBef>
                <a:spcPts val="0"/>
              </a:spcBef>
              <a:spcAft>
                <a:spcPts val="0"/>
              </a:spcAft>
              <a:buSzPts val="1400"/>
              <a:buNone/>
            </a:pPr>
            <a:r>
              <a:rPr b="1" lang="en-US" sz="4000">
                <a:solidFill>
                  <a:srgbClr val="F49D00"/>
                </a:solidFill>
              </a:rPr>
              <a:t>Quick Forms</a:t>
            </a:r>
            <a:br>
              <a:rPr b="1" lang="en-US" sz="2400">
                <a:solidFill>
                  <a:srgbClr val="F49D00"/>
                </a:solidFill>
                <a:latin typeface="Arial"/>
                <a:ea typeface="Arial"/>
                <a:cs typeface="Arial"/>
                <a:sym typeface="Arial"/>
              </a:rPr>
            </a:br>
            <a:r>
              <a:rPr b="1" lang="en-US" sz="2400">
                <a:solidFill>
                  <a:srgbClr val="F49D00"/>
                </a:solidFill>
              </a:rPr>
              <a:t>re-duce, re-use, re-cycle</a:t>
            </a:r>
            <a:endParaRPr/>
          </a:p>
        </p:txBody>
      </p:sp>
      <p:pic>
        <p:nvPicPr>
          <p:cNvPr id="987" name="Google Shape;987;g152440a6e00_0_64"/>
          <p:cNvPicPr preferRelativeResize="0"/>
          <p:nvPr/>
        </p:nvPicPr>
        <p:blipFill rotWithShape="1">
          <a:blip r:embed="rId3">
            <a:alphaModFix/>
          </a:blip>
          <a:srcRect b="0" l="0" r="0" t="88574"/>
          <a:stretch/>
        </p:blipFill>
        <p:spPr>
          <a:xfrm>
            <a:off x="5060" y="4563291"/>
            <a:ext cx="9158870" cy="588573"/>
          </a:xfrm>
          <a:prstGeom prst="rect">
            <a:avLst/>
          </a:prstGeom>
          <a:noFill/>
          <a:ln>
            <a:noFill/>
          </a:ln>
        </p:spPr>
      </p:pic>
      <p:pic>
        <p:nvPicPr>
          <p:cNvPr id="988" name="Google Shape;988;g152440a6e00_0_64"/>
          <p:cNvPicPr preferRelativeResize="0"/>
          <p:nvPr/>
        </p:nvPicPr>
        <p:blipFill rotWithShape="1">
          <a:blip r:embed="rId4">
            <a:alphaModFix/>
          </a:blip>
          <a:srcRect b="0" l="0" r="0" t="0"/>
          <a:stretch/>
        </p:blipFill>
        <p:spPr>
          <a:xfrm>
            <a:off x="152400" y="1337100"/>
            <a:ext cx="3252224" cy="1499900"/>
          </a:xfrm>
          <a:prstGeom prst="rect">
            <a:avLst/>
          </a:prstGeom>
          <a:noFill/>
          <a:ln>
            <a:noFill/>
          </a:ln>
        </p:spPr>
      </p:pic>
      <p:pic>
        <p:nvPicPr>
          <p:cNvPr id="989" name="Google Shape;989;g152440a6e00_0_64"/>
          <p:cNvPicPr preferRelativeResize="0"/>
          <p:nvPr/>
        </p:nvPicPr>
        <p:blipFill rotWithShape="1">
          <a:blip r:embed="rId5">
            <a:alphaModFix/>
          </a:blip>
          <a:srcRect b="0" l="0" r="0" t="0"/>
          <a:stretch/>
        </p:blipFill>
        <p:spPr>
          <a:xfrm>
            <a:off x="152399" y="3403654"/>
            <a:ext cx="3252225" cy="750943"/>
          </a:xfrm>
          <a:prstGeom prst="rect">
            <a:avLst/>
          </a:prstGeom>
          <a:noFill/>
          <a:ln>
            <a:noFill/>
          </a:ln>
        </p:spPr>
      </p:pic>
      <p:pic>
        <p:nvPicPr>
          <p:cNvPr id="990" name="Google Shape;990;g152440a6e00_0_64"/>
          <p:cNvPicPr preferRelativeResize="0"/>
          <p:nvPr/>
        </p:nvPicPr>
        <p:blipFill rotWithShape="1">
          <a:blip r:embed="rId6">
            <a:alphaModFix/>
          </a:blip>
          <a:srcRect b="0" l="0" r="0" t="0"/>
          <a:stretch/>
        </p:blipFill>
        <p:spPr>
          <a:xfrm>
            <a:off x="3557024" y="1337100"/>
            <a:ext cx="2926165" cy="3073792"/>
          </a:xfrm>
          <a:prstGeom prst="rect">
            <a:avLst/>
          </a:prstGeom>
          <a:noFill/>
          <a:ln>
            <a:noFill/>
          </a:ln>
        </p:spPr>
      </p:pic>
      <p:pic>
        <p:nvPicPr>
          <p:cNvPr id="991" name="Google Shape;991;g152440a6e00_0_64"/>
          <p:cNvPicPr preferRelativeResize="0"/>
          <p:nvPr/>
        </p:nvPicPr>
        <p:blipFill rotWithShape="1">
          <a:blip r:embed="rId7">
            <a:alphaModFix/>
          </a:blip>
          <a:srcRect b="0" l="0" r="0" t="0"/>
          <a:stretch/>
        </p:blipFill>
        <p:spPr>
          <a:xfrm>
            <a:off x="6635589" y="1337100"/>
            <a:ext cx="2356010" cy="2030756"/>
          </a:xfrm>
          <a:prstGeom prst="rect">
            <a:avLst/>
          </a:prstGeom>
          <a:noFill/>
          <a:ln>
            <a:noFill/>
          </a:ln>
        </p:spPr>
      </p:pic>
      <p:pic>
        <p:nvPicPr>
          <p:cNvPr id="992" name="Google Shape;992;g152440a6e00_0_64"/>
          <p:cNvPicPr preferRelativeResize="0"/>
          <p:nvPr/>
        </p:nvPicPr>
        <p:blipFill rotWithShape="1">
          <a:blip r:embed="rId8">
            <a:alphaModFix/>
          </a:blip>
          <a:srcRect b="0" l="0" r="0" t="0"/>
          <a:stretch/>
        </p:blipFill>
        <p:spPr>
          <a:xfrm>
            <a:off x="6635593" y="3902613"/>
            <a:ext cx="2356000" cy="557023"/>
          </a:xfrm>
          <a:prstGeom prst="rect">
            <a:avLst/>
          </a:prstGeom>
          <a:noFill/>
          <a:ln>
            <a:noFill/>
          </a:ln>
        </p:spPr>
      </p:pic>
      <p:sp>
        <p:nvSpPr>
          <p:cNvPr id="993" name="Google Shape;993;g152440a6e00_0_64"/>
          <p:cNvSpPr txBox="1"/>
          <p:nvPr/>
        </p:nvSpPr>
        <p:spPr>
          <a:xfrm>
            <a:off x="953525" y="2904775"/>
            <a:ext cx="1583700" cy="431100"/>
          </a:xfrm>
          <a:prstGeom prst="rect">
            <a:avLst/>
          </a:prstGeom>
          <a:solidFill>
            <a:schemeClr val="dk1"/>
          </a:solid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accent3"/>
                </a:solidFill>
                <a:latin typeface="Open Sans"/>
                <a:ea typeface="Open Sans"/>
                <a:cs typeface="Open Sans"/>
                <a:sym typeface="Open Sans"/>
              </a:rPr>
              <a:t>Unique Value</a:t>
            </a:r>
            <a:endParaRPr b="1" i="0" sz="1600" u="none" cap="none" strike="noStrike">
              <a:solidFill>
                <a:schemeClr val="accent3"/>
              </a:solidFill>
              <a:latin typeface="Open Sans"/>
              <a:ea typeface="Open Sans"/>
              <a:cs typeface="Open Sans"/>
              <a:sym typeface="Open Sans"/>
            </a:endParaRPr>
          </a:p>
        </p:txBody>
      </p:sp>
      <p:sp>
        <p:nvSpPr>
          <p:cNvPr id="994" name="Google Shape;994;g152440a6e00_0_64"/>
          <p:cNvSpPr txBox="1"/>
          <p:nvPr/>
        </p:nvSpPr>
        <p:spPr>
          <a:xfrm>
            <a:off x="4455125" y="841325"/>
            <a:ext cx="930600" cy="431100"/>
          </a:xfrm>
          <a:prstGeom prst="rect">
            <a:avLst/>
          </a:prstGeom>
          <a:solidFill>
            <a:schemeClr val="dk1"/>
          </a:solid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accent3"/>
                </a:solidFill>
                <a:latin typeface="Open Sans"/>
                <a:ea typeface="Open Sans"/>
                <a:cs typeface="Open Sans"/>
                <a:sym typeface="Open Sans"/>
              </a:rPr>
              <a:t>Photos</a:t>
            </a:r>
            <a:endParaRPr b="1" i="0" sz="1600" u="none" cap="none" strike="noStrike">
              <a:solidFill>
                <a:schemeClr val="accent3"/>
              </a:solidFill>
              <a:latin typeface="Open Sans"/>
              <a:ea typeface="Open Sans"/>
              <a:cs typeface="Open Sans"/>
              <a:sym typeface="Open Sans"/>
            </a:endParaRPr>
          </a:p>
        </p:txBody>
      </p:sp>
      <p:sp>
        <p:nvSpPr>
          <p:cNvPr id="995" name="Google Shape;995;g152440a6e00_0_64"/>
          <p:cNvSpPr txBox="1"/>
          <p:nvPr/>
        </p:nvSpPr>
        <p:spPr>
          <a:xfrm>
            <a:off x="7464850" y="841325"/>
            <a:ext cx="697500" cy="431100"/>
          </a:xfrm>
          <a:prstGeom prst="rect">
            <a:avLst/>
          </a:prstGeom>
          <a:solidFill>
            <a:schemeClr val="dk1"/>
          </a:solid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accent3"/>
                </a:solidFill>
                <a:latin typeface="Open Sans"/>
                <a:ea typeface="Open Sans"/>
                <a:cs typeface="Open Sans"/>
                <a:sym typeface="Open Sans"/>
              </a:rPr>
              <a:t>Lists</a:t>
            </a:r>
            <a:endParaRPr b="1" i="0" sz="1600" u="none" cap="none" strike="noStrike">
              <a:solidFill>
                <a:schemeClr val="accent3"/>
              </a:solidFill>
              <a:latin typeface="Open Sans"/>
              <a:ea typeface="Open Sans"/>
              <a:cs typeface="Open Sans"/>
              <a:sym typeface="Open Sans"/>
            </a:endParaRPr>
          </a:p>
        </p:txBody>
      </p:sp>
      <p:sp>
        <p:nvSpPr>
          <p:cNvPr id="996" name="Google Shape;996;g152440a6e00_0_64"/>
          <p:cNvSpPr txBox="1"/>
          <p:nvPr/>
        </p:nvSpPr>
        <p:spPr>
          <a:xfrm>
            <a:off x="7190800" y="3419688"/>
            <a:ext cx="1245600" cy="431100"/>
          </a:xfrm>
          <a:prstGeom prst="rect">
            <a:avLst/>
          </a:prstGeom>
          <a:solidFill>
            <a:schemeClr val="dk1"/>
          </a:solid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accent3"/>
                </a:solidFill>
                <a:latin typeface="Open Sans"/>
                <a:ea typeface="Open Sans"/>
                <a:cs typeface="Open Sans"/>
                <a:sym typeface="Open Sans"/>
              </a:rPr>
              <a:t>Geometry</a:t>
            </a:r>
            <a:endParaRPr b="1" i="0" sz="1600" u="none" cap="none" strike="noStrike">
              <a:solidFill>
                <a:schemeClr val="accent3"/>
              </a:solidFill>
              <a:latin typeface="Open Sans"/>
              <a:ea typeface="Open Sans"/>
              <a:cs typeface="Open Sans"/>
              <a:sym typeface="Open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62626"/>
        </a:solidFill>
      </p:bgPr>
    </p:bg>
    <p:spTree>
      <p:nvGrpSpPr>
        <p:cNvPr id="1000" name="Shape 1000"/>
        <p:cNvGrpSpPr/>
        <p:nvPr/>
      </p:nvGrpSpPr>
      <p:grpSpPr>
        <a:xfrm>
          <a:off x="0" y="0"/>
          <a:ext cx="0" cy="0"/>
          <a:chOff x="0" y="0"/>
          <a:chExt cx="0" cy="0"/>
        </a:xfrm>
      </p:grpSpPr>
      <p:sp>
        <p:nvSpPr>
          <p:cNvPr id="1001" name="Google Shape;1001;g152d8d3ad97_1_49"/>
          <p:cNvSpPr txBox="1"/>
          <p:nvPr>
            <p:ph type="title"/>
          </p:nvPr>
        </p:nvSpPr>
        <p:spPr>
          <a:xfrm>
            <a:off x="453600" y="190800"/>
            <a:ext cx="7886700" cy="993900"/>
          </a:xfrm>
          <a:prstGeom prst="rect">
            <a:avLst/>
          </a:prstGeom>
          <a:noFill/>
          <a:ln>
            <a:noFill/>
          </a:ln>
        </p:spPr>
        <p:txBody>
          <a:bodyPr anchorCtr="0" anchor="ctr" bIns="45700" lIns="91425" spcFirstLastPara="1" rIns="91425" wrap="square" tIns="45700">
            <a:noAutofit/>
          </a:bodyPr>
          <a:lstStyle/>
          <a:p>
            <a:pPr indent="0" lvl="0" marL="0" rtl="0" algn="l">
              <a:lnSpc>
                <a:spcPct val="86000"/>
              </a:lnSpc>
              <a:spcBef>
                <a:spcPts val="0"/>
              </a:spcBef>
              <a:spcAft>
                <a:spcPts val="0"/>
              </a:spcAft>
              <a:buSzPts val="1400"/>
              <a:buNone/>
            </a:pPr>
            <a:r>
              <a:rPr b="1" lang="en-US" sz="4000">
                <a:solidFill>
                  <a:srgbClr val="F49D00"/>
                </a:solidFill>
              </a:rPr>
              <a:t>Sync with QField Cloud</a:t>
            </a:r>
            <a:endParaRPr/>
          </a:p>
        </p:txBody>
      </p:sp>
      <p:pic>
        <p:nvPicPr>
          <p:cNvPr id="1002" name="Google Shape;1002;g152d8d3ad97_1_49"/>
          <p:cNvPicPr preferRelativeResize="0"/>
          <p:nvPr/>
        </p:nvPicPr>
        <p:blipFill rotWithShape="1">
          <a:blip r:embed="rId3">
            <a:alphaModFix/>
          </a:blip>
          <a:srcRect b="0" l="0" r="0" t="88574"/>
          <a:stretch/>
        </p:blipFill>
        <p:spPr>
          <a:xfrm>
            <a:off x="5060" y="4563291"/>
            <a:ext cx="9158870" cy="588573"/>
          </a:xfrm>
          <a:prstGeom prst="rect">
            <a:avLst/>
          </a:prstGeom>
          <a:noFill/>
          <a:ln>
            <a:noFill/>
          </a:ln>
        </p:spPr>
      </p:pic>
      <p:pic>
        <p:nvPicPr>
          <p:cNvPr id="1003" name="Google Shape;1003;g152d8d3ad97_1_49"/>
          <p:cNvPicPr preferRelativeResize="0"/>
          <p:nvPr/>
        </p:nvPicPr>
        <p:blipFill rotWithShape="1">
          <a:blip r:embed="rId4">
            <a:alphaModFix/>
          </a:blip>
          <a:srcRect b="0" l="0" r="0" t="0"/>
          <a:stretch/>
        </p:blipFill>
        <p:spPr>
          <a:xfrm>
            <a:off x="5908474" y="1173588"/>
            <a:ext cx="3073791" cy="3073791"/>
          </a:xfrm>
          <a:prstGeom prst="rect">
            <a:avLst/>
          </a:prstGeom>
          <a:noFill/>
          <a:ln>
            <a:noFill/>
          </a:ln>
        </p:spPr>
      </p:pic>
      <p:pic>
        <p:nvPicPr>
          <p:cNvPr id="1004" name="Google Shape;1004;g152d8d3ad97_1_49"/>
          <p:cNvPicPr preferRelativeResize="0"/>
          <p:nvPr/>
        </p:nvPicPr>
        <p:blipFill rotWithShape="1">
          <a:blip r:embed="rId5">
            <a:alphaModFix/>
          </a:blip>
          <a:srcRect b="0" l="0" r="0" t="0"/>
          <a:stretch/>
        </p:blipFill>
        <p:spPr>
          <a:xfrm>
            <a:off x="228600" y="1184700"/>
            <a:ext cx="5579876" cy="30257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pic>
        <p:nvPicPr>
          <p:cNvPr id="1009" name="Google Shape;1009;g152d8d3ad97_1_6"/>
          <p:cNvPicPr preferRelativeResize="0"/>
          <p:nvPr/>
        </p:nvPicPr>
        <p:blipFill rotWithShape="1">
          <a:blip r:embed="rId3">
            <a:alphaModFix/>
          </a:blip>
          <a:srcRect b="0" l="0" r="0" t="0"/>
          <a:stretch/>
        </p:blipFill>
        <p:spPr>
          <a:xfrm>
            <a:off x="214675" y="2471251"/>
            <a:ext cx="1614375" cy="1801250"/>
          </a:xfrm>
          <a:prstGeom prst="rect">
            <a:avLst/>
          </a:prstGeom>
          <a:noFill/>
          <a:ln>
            <a:noFill/>
          </a:ln>
        </p:spPr>
      </p:pic>
      <p:sp>
        <p:nvSpPr>
          <p:cNvPr id="1010" name="Google Shape;1010;g152d8d3ad97_1_6"/>
          <p:cNvSpPr txBox="1"/>
          <p:nvPr>
            <p:ph type="title"/>
          </p:nvPr>
        </p:nvSpPr>
        <p:spPr>
          <a:xfrm>
            <a:off x="453600" y="190800"/>
            <a:ext cx="7772400" cy="613200"/>
          </a:xfrm>
          <a:prstGeom prst="rect">
            <a:avLst/>
          </a:prstGeom>
          <a:noFill/>
          <a:ln>
            <a:noFill/>
          </a:ln>
        </p:spPr>
        <p:txBody>
          <a:bodyPr anchorCtr="0" anchor="ctr" bIns="0" lIns="0" spcFirstLastPara="1" rIns="0" wrap="square" tIns="0">
            <a:normAutofit/>
          </a:bodyPr>
          <a:lstStyle/>
          <a:p>
            <a:pPr indent="0" lvl="0" marL="0" rtl="0" algn="l">
              <a:lnSpc>
                <a:spcPct val="86000"/>
              </a:lnSpc>
              <a:spcBef>
                <a:spcPts val="0"/>
              </a:spcBef>
              <a:spcAft>
                <a:spcPts val="0"/>
              </a:spcAft>
              <a:buClr>
                <a:srgbClr val="F49D00"/>
              </a:buClr>
              <a:buSzPts val="2400"/>
              <a:buFont typeface="Arial"/>
              <a:buNone/>
            </a:pPr>
            <a:r>
              <a:rPr b="1" lang="en-US" sz="2400">
                <a:solidFill>
                  <a:srgbClr val="F49D00"/>
                </a:solidFill>
                <a:latin typeface="Arial"/>
                <a:ea typeface="Arial"/>
                <a:cs typeface="Arial"/>
                <a:sym typeface="Arial"/>
              </a:rPr>
              <a:t>QField Dev - Mobile Setup</a:t>
            </a:r>
            <a:endParaRPr/>
          </a:p>
        </p:txBody>
      </p:sp>
      <p:pic>
        <p:nvPicPr>
          <p:cNvPr id="1011" name="Google Shape;1011;g152d8d3ad97_1_6"/>
          <p:cNvPicPr preferRelativeResize="0"/>
          <p:nvPr/>
        </p:nvPicPr>
        <p:blipFill rotWithShape="1">
          <a:blip r:embed="rId4">
            <a:alphaModFix/>
          </a:blip>
          <a:srcRect b="0" l="0" r="0" t="88574"/>
          <a:stretch/>
        </p:blipFill>
        <p:spPr>
          <a:xfrm>
            <a:off x="-1764" y="4563291"/>
            <a:ext cx="9158870" cy="588573"/>
          </a:xfrm>
          <a:prstGeom prst="rect">
            <a:avLst/>
          </a:prstGeom>
          <a:noFill/>
          <a:ln>
            <a:noFill/>
          </a:ln>
        </p:spPr>
      </p:pic>
      <p:sp>
        <p:nvSpPr>
          <p:cNvPr id="1012" name="Google Shape;1012;g152d8d3ad97_1_6"/>
          <p:cNvSpPr txBox="1"/>
          <p:nvPr/>
        </p:nvSpPr>
        <p:spPr>
          <a:xfrm>
            <a:off x="568600" y="3310275"/>
            <a:ext cx="838500" cy="261600"/>
          </a:xfrm>
          <a:prstGeom prst="rect">
            <a:avLst/>
          </a:prstGeom>
          <a:no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Open Sans Light"/>
              <a:ea typeface="Open Sans Light"/>
              <a:cs typeface="Open Sans Light"/>
              <a:sym typeface="Open Sans Light"/>
            </a:endParaRPr>
          </a:p>
        </p:txBody>
      </p:sp>
      <p:pic>
        <p:nvPicPr>
          <p:cNvPr id="1013" name="Google Shape;1013;g152d8d3ad97_1_6"/>
          <p:cNvPicPr preferRelativeResize="0"/>
          <p:nvPr/>
        </p:nvPicPr>
        <p:blipFill rotWithShape="1">
          <a:blip r:embed="rId5">
            <a:alphaModFix/>
          </a:blip>
          <a:srcRect b="18086" l="0" r="0" t="0"/>
          <a:stretch/>
        </p:blipFill>
        <p:spPr>
          <a:xfrm>
            <a:off x="2347500" y="804000"/>
            <a:ext cx="1986225" cy="3631474"/>
          </a:xfrm>
          <a:prstGeom prst="rect">
            <a:avLst/>
          </a:prstGeom>
          <a:noFill/>
          <a:ln>
            <a:noFill/>
          </a:ln>
        </p:spPr>
      </p:pic>
      <p:sp>
        <p:nvSpPr>
          <p:cNvPr id="1014" name="Google Shape;1014;g152d8d3ad97_1_6"/>
          <p:cNvSpPr txBox="1"/>
          <p:nvPr/>
        </p:nvSpPr>
        <p:spPr>
          <a:xfrm>
            <a:off x="2347500" y="2057250"/>
            <a:ext cx="351000" cy="415500"/>
          </a:xfrm>
          <a:prstGeom prst="rect">
            <a:avLst/>
          </a:prstGeom>
          <a:no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Open Sans Light"/>
              <a:ea typeface="Open Sans Light"/>
              <a:cs typeface="Open Sans Light"/>
              <a:sym typeface="Open Sans Light"/>
            </a:endParaRPr>
          </a:p>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Open Sans Light"/>
              <a:ea typeface="Open Sans Light"/>
              <a:cs typeface="Open Sans Light"/>
              <a:sym typeface="Open Sans Light"/>
            </a:endParaRPr>
          </a:p>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Open Sans Light"/>
              <a:ea typeface="Open Sans Light"/>
              <a:cs typeface="Open Sans Light"/>
              <a:sym typeface="Open Sans Light"/>
            </a:endParaRPr>
          </a:p>
        </p:txBody>
      </p:sp>
      <p:pic>
        <p:nvPicPr>
          <p:cNvPr id="1015" name="Google Shape;1015;g152d8d3ad97_1_6"/>
          <p:cNvPicPr preferRelativeResize="0"/>
          <p:nvPr/>
        </p:nvPicPr>
        <p:blipFill rotWithShape="1">
          <a:blip r:embed="rId6">
            <a:alphaModFix/>
          </a:blip>
          <a:srcRect b="0" l="0" r="0" t="0"/>
          <a:stretch/>
        </p:blipFill>
        <p:spPr>
          <a:xfrm>
            <a:off x="152400" y="956400"/>
            <a:ext cx="1738925" cy="1362450"/>
          </a:xfrm>
          <a:prstGeom prst="rect">
            <a:avLst/>
          </a:prstGeom>
          <a:noFill/>
          <a:ln>
            <a:noFill/>
          </a:ln>
        </p:spPr>
      </p:pic>
      <p:pic>
        <p:nvPicPr>
          <p:cNvPr id="1016" name="Google Shape;1016;g152d8d3ad97_1_6"/>
          <p:cNvPicPr preferRelativeResize="0"/>
          <p:nvPr/>
        </p:nvPicPr>
        <p:blipFill rotWithShape="1">
          <a:blip r:embed="rId7">
            <a:alphaModFix/>
          </a:blip>
          <a:srcRect b="0" l="0" r="0" t="0"/>
          <a:stretch/>
        </p:blipFill>
        <p:spPr>
          <a:xfrm>
            <a:off x="3489225" y="2404750"/>
            <a:ext cx="2524800" cy="971075"/>
          </a:xfrm>
          <a:prstGeom prst="rect">
            <a:avLst/>
          </a:prstGeom>
          <a:noFill/>
          <a:ln>
            <a:noFill/>
          </a:ln>
        </p:spPr>
      </p:pic>
      <p:pic>
        <p:nvPicPr>
          <p:cNvPr id="1017" name="Google Shape;1017;g152d8d3ad97_1_6"/>
          <p:cNvPicPr preferRelativeResize="0"/>
          <p:nvPr/>
        </p:nvPicPr>
        <p:blipFill rotWithShape="1">
          <a:blip r:embed="rId8">
            <a:alphaModFix/>
          </a:blip>
          <a:srcRect b="0" l="0" r="0" t="0"/>
          <a:stretch/>
        </p:blipFill>
        <p:spPr>
          <a:xfrm>
            <a:off x="5082400" y="3593325"/>
            <a:ext cx="3609975" cy="752475"/>
          </a:xfrm>
          <a:prstGeom prst="rect">
            <a:avLst/>
          </a:prstGeom>
          <a:noFill/>
          <a:ln>
            <a:noFill/>
          </a:ln>
        </p:spPr>
      </p:pic>
      <p:sp>
        <p:nvSpPr>
          <p:cNvPr id="1018" name="Google Shape;1018;g152d8d3ad97_1_6"/>
          <p:cNvSpPr txBox="1"/>
          <p:nvPr/>
        </p:nvSpPr>
        <p:spPr>
          <a:xfrm>
            <a:off x="4490850" y="447700"/>
            <a:ext cx="4201500" cy="1801200"/>
          </a:xfrm>
          <a:prstGeom prst="rect">
            <a:avLst/>
          </a:prstGeom>
          <a:noFill/>
          <a:ln>
            <a:noFill/>
          </a:ln>
        </p:spPr>
        <p:txBody>
          <a:bodyPr anchorCtr="0" anchor="t" bIns="91425" lIns="91425" spcFirstLastPara="1" rIns="91425" wrap="square" tIns="91425">
            <a:noAutofit/>
          </a:bodyPr>
          <a:lstStyle/>
          <a:p>
            <a:pPr indent="0" lvl="0" marL="0" rtl="0" algn="l">
              <a:spcBef>
                <a:spcPts val="270"/>
              </a:spcBef>
              <a:spcAft>
                <a:spcPts val="0"/>
              </a:spcAft>
              <a:buClr>
                <a:srgbClr val="000000"/>
              </a:buClr>
              <a:buSzPts val="1400"/>
              <a:buFont typeface="Arial"/>
              <a:buNone/>
            </a:pPr>
            <a:r>
              <a:rPr lang="en-US" sz="1500">
                <a:highlight>
                  <a:schemeClr val="dk1"/>
                </a:highlight>
              </a:rPr>
              <a:t>For Spatial Olympics 2023 the project is called - </a:t>
            </a:r>
            <a:r>
              <a:rPr lang="en-US" sz="1800">
                <a:solidFill>
                  <a:srgbClr val="1F2328"/>
                </a:solidFill>
                <a:highlight>
                  <a:schemeClr val="dk1"/>
                </a:highlight>
              </a:rPr>
              <a:t>FungisSpatailOlympics2023</a:t>
            </a:r>
            <a:endParaRPr sz="1800">
              <a:solidFill>
                <a:srgbClr val="1F2328"/>
              </a:solidFill>
              <a:highlight>
                <a:schemeClr val="dk1"/>
              </a:highlight>
            </a:endParaRPr>
          </a:p>
          <a:p>
            <a:pPr indent="0" lvl="0" marL="0" rtl="0" algn="l">
              <a:spcBef>
                <a:spcPts val="270"/>
              </a:spcBef>
              <a:spcAft>
                <a:spcPts val="0"/>
              </a:spcAft>
              <a:buClr>
                <a:srgbClr val="000000"/>
              </a:buClr>
              <a:buSzPts val="1400"/>
              <a:buFont typeface="Arial"/>
              <a:buNone/>
            </a:pPr>
            <a:r>
              <a:rPr lang="en-US" sz="1500">
                <a:highlight>
                  <a:schemeClr val="dk1"/>
                </a:highlight>
              </a:rPr>
              <a:t>lt is shared by user </a:t>
            </a:r>
            <a:r>
              <a:rPr lang="en-US" sz="1800">
                <a:solidFill>
                  <a:srgbClr val="1F2328"/>
                </a:solidFill>
                <a:highlight>
                  <a:schemeClr val="dk1"/>
                </a:highlight>
              </a:rPr>
              <a:t> FunGISFNQ</a:t>
            </a:r>
            <a:endParaRPr sz="1800">
              <a:solidFill>
                <a:srgbClr val="1F2328"/>
              </a:solidFill>
              <a:highlight>
                <a:schemeClr val="dk1"/>
              </a:highlight>
            </a:endParaRPr>
          </a:p>
          <a:p>
            <a:pPr indent="0" lvl="0" marL="0" rtl="0" algn="l">
              <a:spcBef>
                <a:spcPts val="270"/>
              </a:spcBef>
              <a:spcAft>
                <a:spcPts val="0"/>
              </a:spcAft>
              <a:buClr>
                <a:srgbClr val="000000"/>
              </a:buClr>
              <a:buSzPts val="1400"/>
              <a:buFont typeface="Arial"/>
              <a:buNone/>
            </a:pPr>
            <a:r>
              <a:rPr lang="en-US" sz="1800" u="sng">
                <a:solidFill>
                  <a:srgbClr val="0563C1"/>
                </a:solidFill>
                <a:highlight>
                  <a:schemeClr val="dk1"/>
                </a:highlight>
                <a:hlinkClick r:id="rId9">
                  <a:extLst>
                    <a:ext uri="{A12FA001-AC4F-418D-AE19-62706E023703}">
                      <ahyp:hlinkClr val="tx"/>
                    </a:ext>
                  </a:extLst>
                </a:hlinkClick>
              </a:rPr>
              <a:t>https://app.qfield.cloud/a/fungisfnq/FungisSpatailOlympics2023/collaborators</a:t>
            </a:r>
            <a:r>
              <a:rPr lang="en-US" sz="1800">
                <a:solidFill>
                  <a:srgbClr val="1F2328"/>
                </a:solidFill>
                <a:highlight>
                  <a:schemeClr val="dk1"/>
                </a:highlight>
              </a:rPr>
              <a:t> </a:t>
            </a:r>
            <a:endParaRPr sz="1800">
              <a:solidFill>
                <a:srgbClr val="1F2328"/>
              </a:solidFill>
              <a:highlight>
                <a:schemeClr val="dk1"/>
              </a:highlight>
            </a:endParaRPr>
          </a:p>
          <a:p>
            <a:pPr indent="0" lvl="0" marL="0" rtl="0" algn="l">
              <a:spcBef>
                <a:spcPts val="0"/>
              </a:spcBef>
              <a:spcAft>
                <a:spcPts val="0"/>
              </a:spcAft>
              <a:buNone/>
            </a:pPr>
            <a:r>
              <a:t/>
            </a:r>
            <a:endParaRPr>
              <a:highlight>
                <a:schemeClr val="dk1"/>
              </a:highlight>
              <a:latin typeface="Open Sans Light"/>
              <a:ea typeface="Open Sans Light"/>
              <a:cs typeface="Open Sans Light"/>
              <a:sym typeface="Open Sans 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pic>
        <p:nvPicPr>
          <p:cNvPr id="1023" name="Google Shape;1023;g152d8d3ad97_1_23"/>
          <p:cNvPicPr preferRelativeResize="0"/>
          <p:nvPr/>
        </p:nvPicPr>
        <p:blipFill rotWithShape="1">
          <a:blip r:embed="rId3">
            <a:alphaModFix/>
          </a:blip>
          <a:srcRect b="0" l="0" r="0" t="0"/>
          <a:stretch/>
        </p:blipFill>
        <p:spPr>
          <a:xfrm>
            <a:off x="970625" y="803999"/>
            <a:ext cx="1650050" cy="3617274"/>
          </a:xfrm>
          <a:prstGeom prst="rect">
            <a:avLst/>
          </a:prstGeom>
          <a:noFill/>
          <a:ln>
            <a:noFill/>
          </a:ln>
        </p:spPr>
      </p:pic>
      <p:sp>
        <p:nvSpPr>
          <p:cNvPr id="1024" name="Google Shape;1024;g152d8d3ad97_1_23"/>
          <p:cNvSpPr txBox="1"/>
          <p:nvPr>
            <p:ph type="title"/>
          </p:nvPr>
        </p:nvSpPr>
        <p:spPr>
          <a:xfrm>
            <a:off x="453600" y="190800"/>
            <a:ext cx="7772400" cy="613200"/>
          </a:xfrm>
          <a:prstGeom prst="rect">
            <a:avLst/>
          </a:prstGeom>
          <a:noFill/>
          <a:ln>
            <a:noFill/>
          </a:ln>
        </p:spPr>
        <p:txBody>
          <a:bodyPr anchorCtr="0" anchor="ctr" bIns="0" lIns="0" spcFirstLastPara="1" rIns="0" wrap="square" tIns="0">
            <a:normAutofit/>
          </a:bodyPr>
          <a:lstStyle/>
          <a:p>
            <a:pPr indent="0" lvl="0" marL="0" rtl="0" algn="l">
              <a:lnSpc>
                <a:spcPct val="86000"/>
              </a:lnSpc>
              <a:spcBef>
                <a:spcPts val="0"/>
              </a:spcBef>
              <a:spcAft>
                <a:spcPts val="0"/>
              </a:spcAft>
              <a:buClr>
                <a:srgbClr val="F49D00"/>
              </a:buClr>
              <a:buSzPts val="2400"/>
              <a:buFont typeface="Arial"/>
              <a:buNone/>
            </a:pPr>
            <a:r>
              <a:rPr b="1" lang="en-US" sz="2400" u="sng">
                <a:solidFill>
                  <a:schemeClr val="hlink"/>
                </a:solidFill>
                <a:latin typeface="Arial"/>
                <a:ea typeface="Arial"/>
                <a:cs typeface="Arial"/>
                <a:sym typeface="Arial"/>
                <a:hlinkClick r:id="rId4"/>
              </a:rPr>
              <a:t>QField Cloud - Mobile App - The basics</a:t>
            </a:r>
            <a:endParaRPr/>
          </a:p>
        </p:txBody>
      </p:sp>
      <p:pic>
        <p:nvPicPr>
          <p:cNvPr id="1025" name="Google Shape;1025;g152d8d3ad97_1_23"/>
          <p:cNvPicPr preferRelativeResize="0"/>
          <p:nvPr/>
        </p:nvPicPr>
        <p:blipFill rotWithShape="1">
          <a:blip r:embed="rId5">
            <a:alphaModFix/>
          </a:blip>
          <a:srcRect b="0" l="0" r="0" t="88574"/>
          <a:stretch/>
        </p:blipFill>
        <p:spPr>
          <a:xfrm>
            <a:off x="-1764" y="4563291"/>
            <a:ext cx="9158870" cy="588573"/>
          </a:xfrm>
          <a:prstGeom prst="rect">
            <a:avLst/>
          </a:prstGeom>
          <a:noFill/>
          <a:ln>
            <a:noFill/>
          </a:ln>
        </p:spPr>
      </p:pic>
      <p:sp>
        <p:nvSpPr>
          <p:cNvPr id="1026" name="Google Shape;1026;g152d8d3ad97_1_23"/>
          <p:cNvSpPr txBox="1"/>
          <p:nvPr/>
        </p:nvSpPr>
        <p:spPr>
          <a:xfrm>
            <a:off x="970675" y="2291700"/>
            <a:ext cx="1650000" cy="431100"/>
          </a:xfrm>
          <a:prstGeom prst="rect">
            <a:avLst/>
          </a:prstGeom>
          <a:solidFill>
            <a:schemeClr val="dk1"/>
          </a:solid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accent3"/>
                </a:solidFill>
                <a:latin typeface="Open Sans"/>
                <a:ea typeface="Open Sans"/>
                <a:cs typeface="Open Sans"/>
                <a:sym typeface="Open Sans"/>
              </a:rPr>
              <a:t>Map View</a:t>
            </a:r>
            <a:endParaRPr b="1" i="0" sz="1600" u="none" cap="none" strike="noStrike">
              <a:solidFill>
                <a:schemeClr val="accent3"/>
              </a:solidFill>
              <a:latin typeface="Open Sans"/>
              <a:ea typeface="Open Sans"/>
              <a:cs typeface="Open Sans"/>
              <a:sym typeface="Open Sans"/>
            </a:endParaRPr>
          </a:p>
        </p:txBody>
      </p:sp>
      <p:pic>
        <p:nvPicPr>
          <p:cNvPr id="1027" name="Google Shape;1027;g152d8d3ad97_1_23"/>
          <p:cNvPicPr preferRelativeResize="0"/>
          <p:nvPr/>
        </p:nvPicPr>
        <p:blipFill rotWithShape="1">
          <a:blip r:embed="rId6">
            <a:alphaModFix/>
          </a:blip>
          <a:srcRect b="0" l="0" r="0" t="0"/>
          <a:stretch/>
        </p:blipFill>
        <p:spPr>
          <a:xfrm>
            <a:off x="2697903" y="766200"/>
            <a:ext cx="1739600" cy="3692876"/>
          </a:xfrm>
          <a:prstGeom prst="rect">
            <a:avLst/>
          </a:prstGeom>
          <a:noFill/>
          <a:ln>
            <a:noFill/>
          </a:ln>
        </p:spPr>
      </p:pic>
      <p:pic>
        <p:nvPicPr>
          <p:cNvPr id="1028" name="Google Shape;1028;g152d8d3ad97_1_23"/>
          <p:cNvPicPr preferRelativeResize="0"/>
          <p:nvPr/>
        </p:nvPicPr>
        <p:blipFill rotWithShape="1">
          <a:blip r:embed="rId7">
            <a:alphaModFix/>
          </a:blip>
          <a:srcRect b="0" l="0" r="0" t="0"/>
          <a:stretch/>
        </p:blipFill>
        <p:spPr>
          <a:xfrm>
            <a:off x="4514725" y="766194"/>
            <a:ext cx="1739600" cy="2238481"/>
          </a:xfrm>
          <a:prstGeom prst="rect">
            <a:avLst/>
          </a:prstGeom>
          <a:noFill/>
          <a:ln>
            <a:noFill/>
          </a:ln>
        </p:spPr>
      </p:pic>
      <p:pic>
        <p:nvPicPr>
          <p:cNvPr id="1029" name="Google Shape;1029;g152d8d3ad97_1_23"/>
          <p:cNvPicPr preferRelativeResize="0"/>
          <p:nvPr/>
        </p:nvPicPr>
        <p:blipFill rotWithShape="1">
          <a:blip r:embed="rId8">
            <a:alphaModFix/>
          </a:blip>
          <a:srcRect b="0" l="0" r="0" t="0"/>
          <a:stretch/>
        </p:blipFill>
        <p:spPr>
          <a:xfrm>
            <a:off x="6331550" y="766200"/>
            <a:ext cx="1739600" cy="2594726"/>
          </a:xfrm>
          <a:prstGeom prst="rect">
            <a:avLst/>
          </a:prstGeom>
          <a:noFill/>
          <a:ln>
            <a:noFill/>
          </a:ln>
        </p:spPr>
      </p:pic>
      <p:sp>
        <p:nvSpPr>
          <p:cNvPr id="1030" name="Google Shape;1030;g152d8d3ad97_1_23"/>
          <p:cNvSpPr txBox="1"/>
          <p:nvPr/>
        </p:nvSpPr>
        <p:spPr>
          <a:xfrm>
            <a:off x="2697900" y="2291700"/>
            <a:ext cx="1431600" cy="431100"/>
          </a:xfrm>
          <a:prstGeom prst="rect">
            <a:avLst/>
          </a:prstGeom>
          <a:solidFill>
            <a:schemeClr val="dk1"/>
          </a:solid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accent3"/>
                </a:solidFill>
                <a:latin typeface="Open Sans"/>
                <a:ea typeface="Open Sans"/>
                <a:cs typeface="Open Sans"/>
                <a:sym typeface="Open Sans"/>
              </a:rPr>
              <a:t>Layer View</a:t>
            </a:r>
            <a:endParaRPr b="1" i="0" sz="1600" u="none" cap="none" strike="noStrike">
              <a:solidFill>
                <a:schemeClr val="accent3"/>
              </a:solidFill>
              <a:latin typeface="Open Sans"/>
              <a:ea typeface="Open Sans"/>
              <a:cs typeface="Open Sans"/>
              <a:sym typeface="Open Sans"/>
            </a:endParaRPr>
          </a:p>
        </p:txBody>
      </p:sp>
      <p:sp>
        <p:nvSpPr>
          <p:cNvPr id="1031" name="Google Shape;1031;g152d8d3ad97_1_23"/>
          <p:cNvSpPr txBox="1"/>
          <p:nvPr/>
        </p:nvSpPr>
        <p:spPr>
          <a:xfrm>
            <a:off x="4514725" y="3004675"/>
            <a:ext cx="1739700" cy="677100"/>
          </a:xfrm>
          <a:prstGeom prst="rect">
            <a:avLst/>
          </a:prstGeom>
          <a:solidFill>
            <a:schemeClr val="dk1"/>
          </a:solid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accent3"/>
                </a:solidFill>
                <a:latin typeface="Open Sans"/>
                <a:ea typeface="Open Sans"/>
                <a:cs typeface="Open Sans"/>
                <a:sym typeface="Open Sans"/>
              </a:rPr>
              <a:t>Measure and Print</a:t>
            </a:r>
            <a:endParaRPr b="1" i="0" sz="1600" u="none" cap="none" strike="noStrike">
              <a:solidFill>
                <a:schemeClr val="accent3"/>
              </a:solidFill>
              <a:latin typeface="Open Sans"/>
              <a:ea typeface="Open Sans"/>
              <a:cs typeface="Open Sans"/>
              <a:sym typeface="Open Sans"/>
            </a:endParaRPr>
          </a:p>
        </p:txBody>
      </p:sp>
      <p:sp>
        <p:nvSpPr>
          <p:cNvPr id="1032" name="Google Shape;1032;g152d8d3ad97_1_23"/>
          <p:cNvSpPr txBox="1"/>
          <p:nvPr/>
        </p:nvSpPr>
        <p:spPr>
          <a:xfrm>
            <a:off x="6331500" y="2808808"/>
            <a:ext cx="1739700" cy="923400"/>
          </a:xfrm>
          <a:prstGeom prst="rect">
            <a:avLst/>
          </a:prstGeom>
          <a:solidFill>
            <a:schemeClr val="dk1"/>
          </a:solid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accent3"/>
                </a:solidFill>
                <a:latin typeface="Open Sans"/>
                <a:ea typeface="Open Sans"/>
                <a:cs typeface="Open Sans"/>
                <a:sym typeface="Open Sans"/>
              </a:rPr>
              <a:t>Search and View Attribute Table</a:t>
            </a:r>
            <a:endParaRPr b="1" i="0" sz="1600" u="none" cap="none" strike="noStrike">
              <a:solidFill>
                <a:schemeClr val="accent3"/>
              </a:solidFill>
              <a:latin typeface="Open Sans"/>
              <a:ea typeface="Open Sans"/>
              <a:cs typeface="Open Sans"/>
              <a:sym typeface="Open Sans"/>
            </a:endParaRPr>
          </a:p>
        </p:txBody>
      </p:sp>
      <p:pic>
        <p:nvPicPr>
          <p:cNvPr id="1033" name="Google Shape;1033;g152d8d3ad97_1_23"/>
          <p:cNvPicPr preferRelativeResize="0"/>
          <p:nvPr/>
        </p:nvPicPr>
        <p:blipFill rotWithShape="1">
          <a:blip r:embed="rId9">
            <a:alphaModFix/>
          </a:blip>
          <a:srcRect b="45079" l="0" r="0" t="0"/>
          <a:stretch/>
        </p:blipFill>
        <p:spPr>
          <a:xfrm>
            <a:off x="6376475" y="3683526"/>
            <a:ext cx="1650050" cy="8797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62626"/>
        </a:solidFill>
      </p:bgPr>
    </p:bg>
    <p:spTree>
      <p:nvGrpSpPr>
        <p:cNvPr id="1037" name="Shape 1037"/>
        <p:cNvGrpSpPr/>
        <p:nvPr/>
      </p:nvGrpSpPr>
      <p:grpSpPr>
        <a:xfrm>
          <a:off x="0" y="0"/>
          <a:ext cx="0" cy="0"/>
          <a:chOff x="0" y="0"/>
          <a:chExt cx="0" cy="0"/>
        </a:xfrm>
      </p:grpSpPr>
      <p:sp>
        <p:nvSpPr>
          <p:cNvPr id="1038" name="Google Shape;1038;g152d8d3ad97_1_67"/>
          <p:cNvSpPr txBox="1"/>
          <p:nvPr>
            <p:ph type="title"/>
          </p:nvPr>
        </p:nvSpPr>
        <p:spPr>
          <a:xfrm>
            <a:off x="198525" y="190800"/>
            <a:ext cx="7886700" cy="993900"/>
          </a:xfrm>
          <a:prstGeom prst="rect">
            <a:avLst/>
          </a:prstGeom>
          <a:noFill/>
          <a:ln>
            <a:noFill/>
          </a:ln>
        </p:spPr>
        <p:txBody>
          <a:bodyPr anchorCtr="0" anchor="ctr" bIns="45700" lIns="91425" spcFirstLastPara="1" rIns="91425" wrap="square" tIns="45700">
            <a:noAutofit/>
          </a:bodyPr>
          <a:lstStyle/>
          <a:p>
            <a:pPr indent="0" lvl="0" marL="0" rtl="0" algn="l">
              <a:lnSpc>
                <a:spcPct val="86000"/>
              </a:lnSpc>
              <a:spcBef>
                <a:spcPts val="0"/>
              </a:spcBef>
              <a:spcAft>
                <a:spcPts val="0"/>
              </a:spcAft>
              <a:buSzPts val="1400"/>
              <a:buNone/>
            </a:pPr>
            <a:r>
              <a:rPr b="1" lang="en-US" sz="4000">
                <a:solidFill>
                  <a:srgbClr val="F49D00"/>
                </a:solidFill>
              </a:rPr>
              <a:t>Sync field data with the cloud and back to mobile/desktop</a:t>
            </a:r>
            <a:endParaRPr/>
          </a:p>
        </p:txBody>
      </p:sp>
      <p:pic>
        <p:nvPicPr>
          <p:cNvPr id="1039" name="Google Shape;1039;g152d8d3ad97_1_67"/>
          <p:cNvPicPr preferRelativeResize="0"/>
          <p:nvPr/>
        </p:nvPicPr>
        <p:blipFill rotWithShape="1">
          <a:blip r:embed="rId3">
            <a:alphaModFix/>
          </a:blip>
          <a:srcRect b="0" l="0" r="0" t="88574"/>
          <a:stretch/>
        </p:blipFill>
        <p:spPr>
          <a:xfrm>
            <a:off x="5060" y="4563291"/>
            <a:ext cx="9158870" cy="588573"/>
          </a:xfrm>
          <a:prstGeom prst="rect">
            <a:avLst/>
          </a:prstGeom>
          <a:noFill/>
          <a:ln>
            <a:noFill/>
          </a:ln>
        </p:spPr>
      </p:pic>
      <p:pic>
        <p:nvPicPr>
          <p:cNvPr id="1040" name="Google Shape;1040;g152d8d3ad97_1_67"/>
          <p:cNvPicPr preferRelativeResize="0"/>
          <p:nvPr/>
        </p:nvPicPr>
        <p:blipFill rotWithShape="1">
          <a:blip r:embed="rId4">
            <a:alphaModFix/>
          </a:blip>
          <a:srcRect b="0" l="0" r="0" t="0"/>
          <a:stretch/>
        </p:blipFill>
        <p:spPr>
          <a:xfrm>
            <a:off x="198525" y="1337100"/>
            <a:ext cx="1874036" cy="3073790"/>
          </a:xfrm>
          <a:prstGeom prst="rect">
            <a:avLst/>
          </a:prstGeom>
          <a:noFill/>
          <a:ln>
            <a:noFill/>
          </a:ln>
        </p:spPr>
      </p:pic>
      <p:pic>
        <p:nvPicPr>
          <p:cNvPr id="1041" name="Google Shape;1041;g152d8d3ad97_1_67"/>
          <p:cNvPicPr preferRelativeResize="0"/>
          <p:nvPr/>
        </p:nvPicPr>
        <p:blipFill rotWithShape="1">
          <a:blip r:embed="rId5">
            <a:alphaModFix/>
          </a:blip>
          <a:srcRect b="0" l="0" r="0" t="0"/>
          <a:stretch/>
        </p:blipFill>
        <p:spPr>
          <a:xfrm>
            <a:off x="4666648" y="1337100"/>
            <a:ext cx="1933907" cy="3073792"/>
          </a:xfrm>
          <a:prstGeom prst="rect">
            <a:avLst/>
          </a:prstGeom>
          <a:noFill/>
          <a:ln>
            <a:noFill/>
          </a:ln>
        </p:spPr>
      </p:pic>
      <p:pic>
        <p:nvPicPr>
          <p:cNvPr id="1042" name="Google Shape;1042;g152d8d3ad97_1_67"/>
          <p:cNvPicPr preferRelativeResize="0"/>
          <p:nvPr/>
        </p:nvPicPr>
        <p:blipFill rotWithShape="1">
          <a:blip r:embed="rId6">
            <a:alphaModFix/>
          </a:blip>
          <a:srcRect b="0" l="0" r="0" t="0"/>
          <a:stretch/>
        </p:blipFill>
        <p:spPr>
          <a:xfrm>
            <a:off x="6932143" y="1337100"/>
            <a:ext cx="1940094" cy="3073791"/>
          </a:xfrm>
          <a:prstGeom prst="rect">
            <a:avLst/>
          </a:prstGeom>
          <a:noFill/>
          <a:ln>
            <a:noFill/>
          </a:ln>
        </p:spPr>
      </p:pic>
      <p:pic>
        <p:nvPicPr>
          <p:cNvPr id="1043" name="Google Shape;1043;g152d8d3ad97_1_67"/>
          <p:cNvPicPr preferRelativeResize="0"/>
          <p:nvPr/>
        </p:nvPicPr>
        <p:blipFill rotWithShape="1">
          <a:blip r:embed="rId7">
            <a:alphaModFix/>
          </a:blip>
          <a:srcRect b="-26967" l="0" r="0" t="0"/>
          <a:stretch/>
        </p:blipFill>
        <p:spPr>
          <a:xfrm>
            <a:off x="2461014" y="1337090"/>
            <a:ext cx="1874025" cy="3902686"/>
          </a:xfrm>
          <a:prstGeom prst="rect">
            <a:avLst/>
          </a:prstGeom>
          <a:noFill/>
          <a:ln>
            <a:noFill/>
          </a:ln>
        </p:spPr>
      </p:pic>
      <p:pic>
        <p:nvPicPr>
          <p:cNvPr id="1044" name="Google Shape;1044;g152d8d3ad97_1_67"/>
          <p:cNvPicPr preferRelativeResize="0"/>
          <p:nvPr/>
        </p:nvPicPr>
        <p:blipFill>
          <a:blip r:embed="rId8">
            <a:alphaModFix/>
          </a:blip>
          <a:stretch>
            <a:fillRect/>
          </a:stretch>
        </p:blipFill>
        <p:spPr>
          <a:xfrm>
            <a:off x="7156625" y="772289"/>
            <a:ext cx="1715600" cy="30246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62626"/>
        </a:solidFill>
      </p:bgPr>
    </p:bg>
    <p:spTree>
      <p:nvGrpSpPr>
        <p:cNvPr id="1048" name="Shape 1048"/>
        <p:cNvGrpSpPr/>
        <p:nvPr/>
      </p:nvGrpSpPr>
      <p:grpSpPr>
        <a:xfrm>
          <a:off x="0" y="0"/>
          <a:ext cx="0" cy="0"/>
          <a:chOff x="0" y="0"/>
          <a:chExt cx="0" cy="0"/>
        </a:xfrm>
      </p:grpSpPr>
      <p:sp>
        <p:nvSpPr>
          <p:cNvPr id="1049" name="Google Shape;1049;g152d8d3ad97_1_79"/>
          <p:cNvSpPr txBox="1"/>
          <p:nvPr>
            <p:ph type="title"/>
          </p:nvPr>
        </p:nvSpPr>
        <p:spPr>
          <a:xfrm>
            <a:off x="453600" y="190800"/>
            <a:ext cx="7886700" cy="993900"/>
          </a:xfrm>
          <a:prstGeom prst="rect">
            <a:avLst/>
          </a:prstGeom>
          <a:noFill/>
          <a:ln>
            <a:noFill/>
          </a:ln>
        </p:spPr>
        <p:txBody>
          <a:bodyPr anchorCtr="0" anchor="ctr" bIns="45700" lIns="91425" spcFirstLastPara="1" rIns="91425" wrap="square" tIns="45700">
            <a:noAutofit/>
          </a:bodyPr>
          <a:lstStyle/>
          <a:p>
            <a:pPr indent="0" lvl="0" marL="0" rtl="0" algn="l">
              <a:lnSpc>
                <a:spcPct val="86000"/>
              </a:lnSpc>
              <a:spcBef>
                <a:spcPts val="0"/>
              </a:spcBef>
              <a:spcAft>
                <a:spcPts val="0"/>
              </a:spcAft>
              <a:buSzPts val="1400"/>
              <a:buNone/>
            </a:pPr>
            <a:r>
              <a:rPr b="1" lang="en-US" sz="4000">
                <a:solidFill>
                  <a:srgbClr val="F49D00"/>
                </a:solidFill>
              </a:rPr>
              <a:t>QField Mobile Editing</a:t>
            </a:r>
            <a:endParaRPr/>
          </a:p>
        </p:txBody>
      </p:sp>
      <p:pic>
        <p:nvPicPr>
          <p:cNvPr id="1050" name="Google Shape;1050;g152d8d3ad97_1_79"/>
          <p:cNvPicPr preferRelativeResize="0"/>
          <p:nvPr/>
        </p:nvPicPr>
        <p:blipFill rotWithShape="1">
          <a:blip r:embed="rId3">
            <a:alphaModFix/>
          </a:blip>
          <a:srcRect b="0" l="0" r="0" t="88574"/>
          <a:stretch/>
        </p:blipFill>
        <p:spPr>
          <a:xfrm>
            <a:off x="5060" y="4563291"/>
            <a:ext cx="9158870" cy="588573"/>
          </a:xfrm>
          <a:prstGeom prst="rect">
            <a:avLst/>
          </a:prstGeom>
          <a:noFill/>
          <a:ln>
            <a:noFill/>
          </a:ln>
        </p:spPr>
      </p:pic>
      <p:pic>
        <p:nvPicPr>
          <p:cNvPr id="1051" name="Google Shape;1051;g152d8d3ad97_1_79"/>
          <p:cNvPicPr preferRelativeResize="0"/>
          <p:nvPr/>
        </p:nvPicPr>
        <p:blipFill rotWithShape="1">
          <a:blip r:embed="rId4">
            <a:alphaModFix/>
          </a:blip>
          <a:srcRect b="0" l="0" r="0" t="0"/>
          <a:stretch/>
        </p:blipFill>
        <p:spPr>
          <a:xfrm>
            <a:off x="152400" y="1337100"/>
            <a:ext cx="3508762" cy="3073791"/>
          </a:xfrm>
          <a:prstGeom prst="rect">
            <a:avLst/>
          </a:prstGeom>
          <a:noFill/>
          <a:ln>
            <a:noFill/>
          </a:ln>
        </p:spPr>
      </p:pic>
      <p:pic>
        <p:nvPicPr>
          <p:cNvPr id="1052" name="Google Shape;1052;g152d8d3ad97_1_79"/>
          <p:cNvPicPr preferRelativeResize="0"/>
          <p:nvPr/>
        </p:nvPicPr>
        <p:blipFill rotWithShape="1">
          <a:blip r:embed="rId5">
            <a:alphaModFix/>
          </a:blip>
          <a:srcRect b="0" l="0" r="0" t="0"/>
          <a:stretch/>
        </p:blipFill>
        <p:spPr>
          <a:xfrm>
            <a:off x="5036012" y="1337100"/>
            <a:ext cx="3667125" cy="21526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62626"/>
        </a:solidFill>
      </p:bgPr>
    </p:bg>
    <p:spTree>
      <p:nvGrpSpPr>
        <p:cNvPr id="1056" name="Shape 1056"/>
        <p:cNvGrpSpPr/>
        <p:nvPr/>
      </p:nvGrpSpPr>
      <p:grpSpPr>
        <a:xfrm>
          <a:off x="0" y="0"/>
          <a:ext cx="0" cy="0"/>
          <a:chOff x="0" y="0"/>
          <a:chExt cx="0" cy="0"/>
        </a:xfrm>
      </p:grpSpPr>
      <p:sp>
        <p:nvSpPr>
          <p:cNvPr id="1057" name="Google Shape;1057;g1582b2d5ce5_0_35"/>
          <p:cNvSpPr txBox="1"/>
          <p:nvPr>
            <p:ph type="title"/>
          </p:nvPr>
        </p:nvSpPr>
        <p:spPr>
          <a:xfrm>
            <a:off x="453600" y="190800"/>
            <a:ext cx="7886700" cy="993900"/>
          </a:xfrm>
          <a:prstGeom prst="rect">
            <a:avLst/>
          </a:prstGeom>
          <a:noFill/>
          <a:ln>
            <a:noFill/>
          </a:ln>
        </p:spPr>
        <p:txBody>
          <a:bodyPr anchorCtr="0" anchor="ctr" bIns="45700" lIns="91425" spcFirstLastPara="1" rIns="91425" wrap="square" tIns="45700">
            <a:noAutofit/>
          </a:bodyPr>
          <a:lstStyle/>
          <a:p>
            <a:pPr indent="0" lvl="0" marL="0" rtl="0" algn="l">
              <a:lnSpc>
                <a:spcPct val="86000"/>
              </a:lnSpc>
              <a:spcBef>
                <a:spcPts val="0"/>
              </a:spcBef>
              <a:spcAft>
                <a:spcPts val="0"/>
              </a:spcAft>
              <a:buSzPts val="1400"/>
              <a:buNone/>
            </a:pPr>
            <a:r>
              <a:rPr b="1" lang="en-US" sz="4000">
                <a:solidFill>
                  <a:srgbClr val="F49D00"/>
                </a:solidFill>
              </a:rPr>
              <a:t>QField Mobile Editing</a:t>
            </a:r>
            <a:endParaRPr/>
          </a:p>
        </p:txBody>
      </p:sp>
      <p:pic>
        <p:nvPicPr>
          <p:cNvPr id="1058" name="Google Shape;1058;g1582b2d5ce5_0_35"/>
          <p:cNvPicPr preferRelativeResize="0"/>
          <p:nvPr/>
        </p:nvPicPr>
        <p:blipFill rotWithShape="1">
          <a:blip r:embed="rId3">
            <a:alphaModFix/>
          </a:blip>
          <a:srcRect b="0" l="0" r="0" t="88574"/>
          <a:stretch/>
        </p:blipFill>
        <p:spPr>
          <a:xfrm>
            <a:off x="5060" y="4563291"/>
            <a:ext cx="9158869" cy="588573"/>
          </a:xfrm>
          <a:prstGeom prst="rect">
            <a:avLst/>
          </a:prstGeom>
          <a:noFill/>
          <a:ln>
            <a:noFill/>
          </a:ln>
        </p:spPr>
      </p:pic>
      <p:pic>
        <p:nvPicPr>
          <p:cNvPr id="1059" name="Google Shape;1059;g1582b2d5ce5_0_35"/>
          <p:cNvPicPr preferRelativeResize="0"/>
          <p:nvPr/>
        </p:nvPicPr>
        <p:blipFill rotWithShape="1">
          <a:blip r:embed="rId4">
            <a:alphaModFix/>
          </a:blip>
          <a:srcRect b="0" l="0" r="0" t="0"/>
          <a:stretch/>
        </p:blipFill>
        <p:spPr>
          <a:xfrm>
            <a:off x="175475" y="1882100"/>
            <a:ext cx="3261226" cy="1300300"/>
          </a:xfrm>
          <a:prstGeom prst="rect">
            <a:avLst/>
          </a:prstGeom>
          <a:noFill/>
          <a:ln>
            <a:noFill/>
          </a:ln>
        </p:spPr>
      </p:pic>
      <p:pic>
        <p:nvPicPr>
          <p:cNvPr id="1060" name="Google Shape;1060;g1582b2d5ce5_0_35"/>
          <p:cNvPicPr preferRelativeResize="0"/>
          <p:nvPr/>
        </p:nvPicPr>
        <p:blipFill rotWithShape="1">
          <a:blip r:embed="rId5">
            <a:alphaModFix/>
          </a:blip>
          <a:srcRect b="0" l="0" r="0" t="0"/>
          <a:stretch/>
        </p:blipFill>
        <p:spPr>
          <a:xfrm>
            <a:off x="3642500" y="1034850"/>
            <a:ext cx="3133156" cy="3073791"/>
          </a:xfrm>
          <a:prstGeom prst="rect">
            <a:avLst/>
          </a:prstGeom>
          <a:noFill/>
          <a:ln>
            <a:noFill/>
          </a:ln>
        </p:spPr>
      </p:pic>
      <p:pic>
        <p:nvPicPr>
          <p:cNvPr id="1061" name="Google Shape;1061;g1582b2d5ce5_0_35"/>
          <p:cNvPicPr preferRelativeResize="0"/>
          <p:nvPr/>
        </p:nvPicPr>
        <p:blipFill>
          <a:blip r:embed="rId6">
            <a:alphaModFix/>
          </a:blip>
          <a:stretch>
            <a:fillRect/>
          </a:stretch>
        </p:blipFill>
        <p:spPr>
          <a:xfrm>
            <a:off x="7286388" y="791073"/>
            <a:ext cx="1382750" cy="243775"/>
          </a:xfrm>
          <a:prstGeom prst="rect">
            <a:avLst/>
          </a:prstGeom>
          <a:noFill/>
          <a:ln>
            <a:noFill/>
          </a:ln>
        </p:spPr>
      </p:pic>
      <p:pic>
        <p:nvPicPr>
          <p:cNvPr id="1062" name="Google Shape;1062;g1582b2d5ce5_0_35"/>
          <p:cNvPicPr preferRelativeResize="0"/>
          <p:nvPr/>
        </p:nvPicPr>
        <p:blipFill>
          <a:blip r:embed="rId7">
            <a:alphaModFix/>
          </a:blip>
          <a:stretch>
            <a:fillRect/>
          </a:stretch>
        </p:blipFill>
        <p:spPr>
          <a:xfrm>
            <a:off x="6981439" y="1184712"/>
            <a:ext cx="1992636" cy="30738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62626"/>
        </a:solidFill>
      </p:bgPr>
    </p:bg>
    <p:spTree>
      <p:nvGrpSpPr>
        <p:cNvPr id="1066" name="Shape 1066"/>
        <p:cNvGrpSpPr/>
        <p:nvPr/>
      </p:nvGrpSpPr>
      <p:grpSpPr>
        <a:xfrm>
          <a:off x="0" y="0"/>
          <a:ext cx="0" cy="0"/>
          <a:chOff x="0" y="0"/>
          <a:chExt cx="0" cy="0"/>
        </a:xfrm>
      </p:grpSpPr>
      <p:sp>
        <p:nvSpPr>
          <p:cNvPr id="1067" name="Google Shape;1067;g152d8d3ad97_1_93"/>
          <p:cNvSpPr txBox="1"/>
          <p:nvPr>
            <p:ph type="title"/>
          </p:nvPr>
        </p:nvSpPr>
        <p:spPr>
          <a:xfrm>
            <a:off x="453600" y="190800"/>
            <a:ext cx="7886700" cy="993900"/>
          </a:xfrm>
          <a:prstGeom prst="rect">
            <a:avLst/>
          </a:prstGeom>
          <a:noFill/>
          <a:ln>
            <a:noFill/>
          </a:ln>
        </p:spPr>
        <p:txBody>
          <a:bodyPr anchorCtr="0" anchor="ctr" bIns="45700" lIns="91425" spcFirstLastPara="1" rIns="91425" wrap="square" tIns="45700">
            <a:noAutofit/>
          </a:bodyPr>
          <a:lstStyle/>
          <a:p>
            <a:pPr indent="0" lvl="0" marL="0" rtl="0" algn="l">
              <a:lnSpc>
                <a:spcPct val="86000"/>
              </a:lnSpc>
              <a:spcBef>
                <a:spcPts val="0"/>
              </a:spcBef>
              <a:spcAft>
                <a:spcPts val="0"/>
              </a:spcAft>
              <a:buSzPts val="1400"/>
              <a:buNone/>
            </a:pPr>
            <a:r>
              <a:rPr b="1" lang="en-US" sz="4000">
                <a:solidFill>
                  <a:srgbClr val="F49D00"/>
                </a:solidFill>
              </a:rPr>
              <a:t>QField Desktop Sync</a:t>
            </a:r>
            <a:endParaRPr/>
          </a:p>
        </p:txBody>
      </p:sp>
      <p:pic>
        <p:nvPicPr>
          <p:cNvPr id="1068" name="Google Shape;1068;g152d8d3ad97_1_93"/>
          <p:cNvPicPr preferRelativeResize="0"/>
          <p:nvPr/>
        </p:nvPicPr>
        <p:blipFill rotWithShape="1">
          <a:blip r:embed="rId3">
            <a:alphaModFix/>
          </a:blip>
          <a:srcRect b="0" l="0" r="0" t="88574"/>
          <a:stretch/>
        </p:blipFill>
        <p:spPr>
          <a:xfrm>
            <a:off x="5060" y="4563291"/>
            <a:ext cx="9158870" cy="588573"/>
          </a:xfrm>
          <a:prstGeom prst="rect">
            <a:avLst/>
          </a:prstGeom>
          <a:noFill/>
          <a:ln>
            <a:noFill/>
          </a:ln>
        </p:spPr>
      </p:pic>
      <p:pic>
        <p:nvPicPr>
          <p:cNvPr id="1069" name="Google Shape;1069;g152d8d3ad97_1_93"/>
          <p:cNvPicPr preferRelativeResize="0"/>
          <p:nvPr/>
        </p:nvPicPr>
        <p:blipFill>
          <a:blip r:embed="rId4">
            <a:alphaModFix/>
          </a:blip>
          <a:stretch>
            <a:fillRect/>
          </a:stretch>
        </p:blipFill>
        <p:spPr>
          <a:xfrm>
            <a:off x="188350" y="2040138"/>
            <a:ext cx="2276475" cy="1247775"/>
          </a:xfrm>
          <a:prstGeom prst="rect">
            <a:avLst/>
          </a:prstGeom>
          <a:noFill/>
          <a:ln>
            <a:noFill/>
          </a:ln>
        </p:spPr>
      </p:pic>
      <p:pic>
        <p:nvPicPr>
          <p:cNvPr id="1070" name="Google Shape;1070;g152d8d3ad97_1_93"/>
          <p:cNvPicPr preferRelativeResize="0"/>
          <p:nvPr/>
        </p:nvPicPr>
        <p:blipFill>
          <a:blip r:embed="rId5">
            <a:alphaModFix/>
          </a:blip>
          <a:stretch>
            <a:fillRect/>
          </a:stretch>
        </p:blipFill>
        <p:spPr>
          <a:xfrm>
            <a:off x="4231775" y="3738100"/>
            <a:ext cx="3843418" cy="719837"/>
          </a:xfrm>
          <a:prstGeom prst="rect">
            <a:avLst/>
          </a:prstGeom>
          <a:noFill/>
          <a:ln>
            <a:noFill/>
          </a:ln>
        </p:spPr>
      </p:pic>
      <p:pic>
        <p:nvPicPr>
          <p:cNvPr id="1071" name="Google Shape;1071;g152d8d3ad97_1_93"/>
          <p:cNvPicPr preferRelativeResize="0"/>
          <p:nvPr/>
        </p:nvPicPr>
        <p:blipFill>
          <a:blip r:embed="rId6">
            <a:alphaModFix/>
          </a:blip>
          <a:stretch>
            <a:fillRect/>
          </a:stretch>
        </p:blipFill>
        <p:spPr>
          <a:xfrm>
            <a:off x="2640275" y="1048775"/>
            <a:ext cx="2613649" cy="2583950"/>
          </a:xfrm>
          <a:prstGeom prst="rect">
            <a:avLst/>
          </a:prstGeom>
          <a:noFill/>
          <a:ln>
            <a:noFill/>
          </a:ln>
        </p:spPr>
      </p:pic>
      <p:pic>
        <p:nvPicPr>
          <p:cNvPr id="1072" name="Google Shape;1072;g152d8d3ad97_1_93"/>
          <p:cNvPicPr preferRelativeResize="0"/>
          <p:nvPr/>
        </p:nvPicPr>
        <p:blipFill>
          <a:blip r:embed="rId7">
            <a:alphaModFix/>
          </a:blip>
          <a:stretch>
            <a:fillRect/>
          </a:stretch>
        </p:blipFill>
        <p:spPr>
          <a:xfrm>
            <a:off x="5834906" y="1048781"/>
            <a:ext cx="2886363" cy="1247775"/>
          </a:xfrm>
          <a:prstGeom prst="rect">
            <a:avLst/>
          </a:prstGeom>
          <a:noFill/>
          <a:ln>
            <a:noFill/>
          </a:ln>
        </p:spPr>
      </p:pic>
      <p:pic>
        <p:nvPicPr>
          <p:cNvPr id="1073" name="Google Shape;1073;g152d8d3ad97_1_93"/>
          <p:cNvPicPr preferRelativeResize="0"/>
          <p:nvPr/>
        </p:nvPicPr>
        <p:blipFill>
          <a:blip r:embed="rId8">
            <a:alphaModFix/>
          </a:blip>
          <a:stretch>
            <a:fillRect/>
          </a:stretch>
        </p:blipFill>
        <p:spPr>
          <a:xfrm>
            <a:off x="5834901" y="2622151"/>
            <a:ext cx="2886375" cy="87282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62626"/>
        </a:solidFill>
      </p:bgPr>
    </p:bg>
    <p:spTree>
      <p:nvGrpSpPr>
        <p:cNvPr id="1077" name="Shape 1077"/>
        <p:cNvGrpSpPr/>
        <p:nvPr/>
      </p:nvGrpSpPr>
      <p:grpSpPr>
        <a:xfrm>
          <a:off x="0" y="0"/>
          <a:ext cx="0" cy="0"/>
          <a:chOff x="0" y="0"/>
          <a:chExt cx="0" cy="0"/>
        </a:xfrm>
      </p:grpSpPr>
      <p:sp>
        <p:nvSpPr>
          <p:cNvPr id="1078" name="Google Shape;1078;g152d8d3ad97_1_103"/>
          <p:cNvSpPr txBox="1"/>
          <p:nvPr>
            <p:ph type="title"/>
          </p:nvPr>
        </p:nvSpPr>
        <p:spPr>
          <a:xfrm>
            <a:off x="453600" y="190800"/>
            <a:ext cx="7886700" cy="993900"/>
          </a:xfrm>
          <a:prstGeom prst="rect">
            <a:avLst/>
          </a:prstGeom>
          <a:noFill/>
          <a:ln>
            <a:noFill/>
          </a:ln>
        </p:spPr>
        <p:txBody>
          <a:bodyPr anchorCtr="0" anchor="ctr" bIns="45700" lIns="91425" spcFirstLastPara="1" rIns="91425" wrap="square" tIns="45700">
            <a:noAutofit/>
          </a:bodyPr>
          <a:lstStyle/>
          <a:p>
            <a:pPr indent="0" lvl="0" marL="0" rtl="0" algn="l">
              <a:lnSpc>
                <a:spcPct val="86000"/>
              </a:lnSpc>
              <a:spcBef>
                <a:spcPts val="0"/>
              </a:spcBef>
              <a:spcAft>
                <a:spcPts val="0"/>
              </a:spcAft>
              <a:buSzPts val="1400"/>
              <a:buNone/>
            </a:pPr>
            <a:r>
              <a:rPr b="1" lang="en-US" sz="4000">
                <a:solidFill>
                  <a:srgbClr val="F49D00"/>
                </a:solidFill>
              </a:rPr>
              <a:t>QField Sync - Web Interface</a:t>
            </a:r>
            <a:endParaRPr/>
          </a:p>
        </p:txBody>
      </p:sp>
      <p:pic>
        <p:nvPicPr>
          <p:cNvPr id="1079" name="Google Shape;1079;g152d8d3ad97_1_103"/>
          <p:cNvPicPr preferRelativeResize="0"/>
          <p:nvPr/>
        </p:nvPicPr>
        <p:blipFill rotWithShape="1">
          <a:blip r:embed="rId3">
            <a:alphaModFix/>
          </a:blip>
          <a:srcRect b="0" l="0" r="0" t="88574"/>
          <a:stretch/>
        </p:blipFill>
        <p:spPr>
          <a:xfrm>
            <a:off x="5060" y="4563291"/>
            <a:ext cx="9158870" cy="588573"/>
          </a:xfrm>
          <a:prstGeom prst="rect">
            <a:avLst/>
          </a:prstGeom>
          <a:noFill/>
          <a:ln>
            <a:noFill/>
          </a:ln>
        </p:spPr>
      </p:pic>
      <p:pic>
        <p:nvPicPr>
          <p:cNvPr id="1080" name="Google Shape;1080;g152d8d3ad97_1_103"/>
          <p:cNvPicPr preferRelativeResize="0"/>
          <p:nvPr/>
        </p:nvPicPr>
        <p:blipFill rotWithShape="1">
          <a:blip r:embed="rId4">
            <a:alphaModFix/>
          </a:blip>
          <a:srcRect b="0" l="0" r="0" t="0"/>
          <a:stretch/>
        </p:blipFill>
        <p:spPr>
          <a:xfrm>
            <a:off x="152400" y="1337100"/>
            <a:ext cx="4395636" cy="3073791"/>
          </a:xfrm>
          <a:prstGeom prst="rect">
            <a:avLst/>
          </a:prstGeom>
          <a:noFill/>
          <a:ln>
            <a:noFill/>
          </a:ln>
        </p:spPr>
      </p:pic>
      <p:pic>
        <p:nvPicPr>
          <p:cNvPr id="1081" name="Google Shape;1081;g152d8d3ad97_1_103"/>
          <p:cNvPicPr preferRelativeResize="0"/>
          <p:nvPr/>
        </p:nvPicPr>
        <p:blipFill rotWithShape="1">
          <a:blip r:embed="rId5">
            <a:alphaModFix/>
          </a:blip>
          <a:srcRect b="0" l="0" r="0" t="0"/>
          <a:stretch/>
        </p:blipFill>
        <p:spPr>
          <a:xfrm>
            <a:off x="4665836" y="1567750"/>
            <a:ext cx="4291165" cy="270664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62626"/>
        </a:solidFill>
      </p:bgPr>
    </p:bg>
    <p:spTree>
      <p:nvGrpSpPr>
        <p:cNvPr id="1085" name="Shape 1085"/>
        <p:cNvGrpSpPr/>
        <p:nvPr/>
      </p:nvGrpSpPr>
      <p:grpSpPr>
        <a:xfrm>
          <a:off x="0" y="0"/>
          <a:ext cx="0" cy="0"/>
          <a:chOff x="0" y="0"/>
          <a:chExt cx="0" cy="0"/>
        </a:xfrm>
      </p:grpSpPr>
      <p:sp>
        <p:nvSpPr>
          <p:cNvPr id="1086" name="Google Shape;1086;g15a9201c4b0_0_3"/>
          <p:cNvSpPr txBox="1"/>
          <p:nvPr>
            <p:ph type="title"/>
          </p:nvPr>
        </p:nvSpPr>
        <p:spPr>
          <a:xfrm>
            <a:off x="453600" y="190800"/>
            <a:ext cx="7886700" cy="993900"/>
          </a:xfrm>
          <a:prstGeom prst="rect">
            <a:avLst/>
          </a:prstGeom>
          <a:noFill/>
          <a:ln>
            <a:noFill/>
          </a:ln>
        </p:spPr>
        <p:txBody>
          <a:bodyPr anchorCtr="0" anchor="ctr" bIns="45700" lIns="91425" spcFirstLastPara="1" rIns="91425" wrap="square" tIns="45700">
            <a:noAutofit/>
          </a:bodyPr>
          <a:lstStyle/>
          <a:p>
            <a:pPr indent="0" lvl="0" marL="0" rtl="0" algn="l">
              <a:lnSpc>
                <a:spcPct val="86000"/>
              </a:lnSpc>
              <a:spcBef>
                <a:spcPts val="0"/>
              </a:spcBef>
              <a:spcAft>
                <a:spcPts val="0"/>
              </a:spcAft>
              <a:buSzPts val="1400"/>
              <a:buNone/>
            </a:pPr>
            <a:r>
              <a:rPr b="1" lang="en-US" sz="4000">
                <a:solidFill>
                  <a:srgbClr val="F49D00"/>
                </a:solidFill>
              </a:rPr>
              <a:t>Topological Editing and clear user guides</a:t>
            </a:r>
            <a:endParaRPr/>
          </a:p>
        </p:txBody>
      </p:sp>
      <p:pic>
        <p:nvPicPr>
          <p:cNvPr id="1087" name="Google Shape;1087;g15a9201c4b0_0_3"/>
          <p:cNvPicPr preferRelativeResize="0"/>
          <p:nvPr/>
        </p:nvPicPr>
        <p:blipFill rotWithShape="1">
          <a:blip r:embed="rId3">
            <a:alphaModFix/>
          </a:blip>
          <a:srcRect b="0" l="0" r="0" t="88574"/>
          <a:stretch/>
        </p:blipFill>
        <p:spPr>
          <a:xfrm>
            <a:off x="5060" y="4563291"/>
            <a:ext cx="9158869" cy="588573"/>
          </a:xfrm>
          <a:prstGeom prst="rect">
            <a:avLst/>
          </a:prstGeom>
          <a:noFill/>
          <a:ln>
            <a:noFill/>
          </a:ln>
        </p:spPr>
      </p:pic>
      <p:pic>
        <p:nvPicPr>
          <p:cNvPr id="1088" name="Google Shape;1088;g15a9201c4b0_0_3">
            <a:hlinkClick r:id="rId4"/>
          </p:cNvPr>
          <p:cNvPicPr preferRelativeResize="0"/>
          <p:nvPr/>
        </p:nvPicPr>
        <p:blipFill>
          <a:blip r:embed="rId5">
            <a:alphaModFix/>
          </a:blip>
          <a:stretch>
            <a:fillRect/>
          </a:stretch>
        </p:blipFill>
        <p:spPr>
          <a:xfrm>
            <a:off x="152400" y="1337100"/>
            <a:ext cx="4414475" cy="2977676"/>
          </a:xfrm>
          <a:prstGeom prst="rect">
            <a:avLst/>
          </a:prstGeom>
          <a:noFill/>
          <a:ln>
            <a:noFill/>
          </a:ln>
        </p:spPr>
      </p:pic>
      <p:pic>
        <p:nvPicPr>
          <p:cNvPr id="1089" name="Google Shape;1089;g15a9201c4b0_0_3"/>
          <p:cNvPicPr preferRelativeResize="0"/>
          <p:nvPr/>
        </p:nvPicPr>
        <p:blipFill>
          <a:blip r:embed="rId6">
            <a:alphaModFix/>
          </a:blip>
          <a:stretch>
            <a:fillRect/>
          </a:stretch>
        </p:blipFill>
        <p:spPr>
          <a:xfrm>
            <a:off x="4709386" y="727500"/>
            <a:ext cx="4129813" cy="2348540"/>
          </a:xfrm>
          <a:prstGeom prst="rect">
            <a:avLst/>
          </a:prstGeom>
          <a:noFill/>
          <a:ln>
            <a:noFill/>
          </a:ln>
        </p:spPr>
      </p:pic>
      <p:sp>
        <p:nvSpPr>
          <p:cNvPr id="1090" name="Google Shape;1090;g15a9201c4b0_0_3"/>
          <p:cNvSpPr txBox="1"/>
          <p:nvPr/>
        </p:nvSpPr>
        <p:spPr>
          <a:xfrm>
            <a:off x="5789325" y="4563300"/>
            <a:ext cx="3354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200">
                <a:solidFill>
                  <a:schemeClr val="dk2"/>
                </a:solidFill>
              </a:rPr>
              <a:t>https://docs.qfield.org/</a:t>
            </a:r>
            <a:endParaRPr b="1" sz="2200">
              <a:solidFill>
                <a:schemeClr val="dk2"/>
              </a:solidFill>
            </a:endParaRPr>
          </a:p>
        </p:txBody>
      </p:sp>
      <p:pic>
        <p:nvPicPr>
          <p:cNvPr id="1091" name="Google Shape;1091;g15a9201c4b0_0_3"/>
          <p:cNvPicPr preferRelativeResize="0"/>
          <p:nvPr/>
        </p:nvPicPr>
        <p:blipFill>
          <a:blip r:embed="rId7">
            <a:alphaModFix/>
          </a:blip>
          <a:stretch>
            <a:fillRect/>
          </a:stretch>
        </p:blipFill>
        <p:spPr>
          <a:xfrm>
            <a:off x="6172998" y="2328600"/>
            <a:ext cx="2864725" cy="21897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pic>
        <p:nvPicPr>
          <p:cNvPr id="1096" name="Google Shape;1096;g1534ab53594_0_43">
            <a:hlinkClick r:id="rId3"/>
          </p:cNvPr>
          <p:cNvPicPr preferRelativeResize="0"/>
          <p:nvPr/>
        </p:nvPicPr>
        <p:blipFill rotWithShape="1">
          <a:blip r:embed="rId4">
            <a:alphaModFix/>
          </a:blip>
          <a:srcRect b="0" l="0" r="0" t="0"/>
          <a:stretch/>
        </p:blipFill>
        <p:spPr>
          <a:xfrm>
            <a:off x="4713" y="0"/>
            <a:ext cx="9144000" cy="5143500"/>
          </a:xfrm>
          <a:prstGeom prst="rect">
            <a:avLst/>
          </a:prstGeom>
          <a:noFill/>
          <a:ln>
            <a:noFill/>
          </a:ln>
        </p:spPr>
      </p:pic>
      <p:sp>
        <p:nvSpPr>
          <p:cNvPr id="1097" name="Google Shape;1097;g1534ab53594_0_43"/>
          <p:cNvSpPr txBox="1"/>
          <p:nvPr/>
        </p:nvSpPr>
        <p:spPr>
          <a:xfrm>
            <a:off x="454479" y="190800"/>
            <a:ext cx="7886700" cy="5286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500"/>
              <a:buFont typeface="Arial"/>
              <a:buNone/>
            </a:pPr>
            <a:r>
              <a:rPr b="1" lang="en-US" sz="3500">
                <a:solidFill>
                  <a:srgbClr val="EE282A"/>
                </a:solidFill>
              </a:rPr>
              <a:t>Outcomes from</a:t>
            </a:r>
            <a:r>
              <a:rPr b="1" lang="en-US" sz="3500">
                <a:solidFill>
                  <a:srgbClr val="EE282A"/>
                </a:solidFill>
              </a:rPr>
              <a:t> Today’s Workshop</a:t>
            </a:r>
            <a:endParaRPr b="1" i="0" sz="3500" u="none" cap="none" strike="noStrike">
              <a:solidFill>
                <a:schemeClr val="dk1"/>
              </a:solidFill>
              <a:latin typeface="Arial"/>
              <a:ea typeface="Arial"/>
              <a:cs typeface="Arial"/>
              <a:sym typeface="Arial"/>
            </a:endParaRPr>
          </a:p>
        </p:txBody>
      </p:sp>
      <p:sp>
        <p:nvSpPr>
          <p:cNvPr id="1098" name="Google Shape;1098;g1534ab53594_0_43"/>
          <p:cNvSpPr txBox="1"/>
          <p:nvPr/>
        </p:nvSpPr>
        <p:spPr>
          <a:xfrm>
            <a:off x="708500" y="1186500"/>
            <a:ext cx="7512900" cy="315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300"/>
              <a:t>Learned how to manipulate GISQuick</a:t>
            </a:r>
            <a:endParaRPr b="1" sz="2300"/>
          </a:p>
          <a:p>
            <a:pPr indent="-349250" lvl="0" marL="457200" rtl="0" algn="l">
              <a:spcBef>
                <a:spcPts val="0"/>
              </a:spcBef>
              <a:spcAft>
                <a:spcPts val="0"/>
              </a:spcAft>
              <a:buSzPts val="1900"/>
              <a:buChar char="●"/>
            </a:pPr>
            <a:r>
              <a:rPr lang="en-US" sz="1900"/>
              <a:t>Add data to cloud</a:t>
            </a:r>
            <a:endParaRPr sz="1900"/>
          </a:p>
          <a:p>
            <a:pPr indent="-349250" lvl="0" marL="457200" rtl="0" algn="l">
              <a:spcBef>
                <a:spcPts val="0"/>
              </a:spcBef>
              <a:spcAft>
                <a:spcPts val="0"/>
              </a:spcAft>
              <a:buSzPts val="1900"/>
              <a:buChar char="●"/>
            </a:pPr>
            <a:r>
              <a:rPr lang="en-US" sz="1900"/>
              <a:t>Publish project</a:t>
            </a:r>
            <a:endParaRPr sz="1900"/>
          </a:p>
          <a:p>
            <a:pPr indent="-349250" lvl="0" marL="457200" rtl="0" algn="l">
              <a:spcBef>
                <a:spcPts val="0"/>
              </a:spcBef>
              <a:spcAft>
                <a:spcPts val="0"/>
              </a:spcAft>
              <a:buSzPts val="1900"/>
              <a:buChar char="●"/>
            </a:pPr>
            <a:r>
              <a:rPr lang="en-US" sz="1900"/>
              <a:t>Assign symbology and print layout</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b="1" lang="en-US" sz="2300"/>
              <a:t>Learned how to manipulate QField and QField Cloud</a:t>
            </a:r>
            <a:endParaRPr b="1" sz="2300"/>
          </a:p>
          <a:p>
            <a:pPr indent="-349250" lvl="0" marL="457200" rtl="0" algn="l">
              <a:spcBef>
                <a:spcPts val="0"/>
              </a:spcBef>
              <a:spcAft>
                <a:spcPts val="0"/>
              </a:spcAft>
              <a:buSzPts val="1900"/>
              <a:buChar char="●"/>
            </a:pPr>
            <a:r>
              <a:rPr lang="en-US" sz="1900"/>
              <a:t>Add data to cloud</a:t>
            </a:r>
            <a:endParaRPr sz="1900"/>
          </a:p>
          <a:p>
            <a:pPr indent="-349250" lvl="0" marL="457200" rtl="0" algn="l">
              <a:spcBef>
                <a:spcPts val="0"/>
              </a:spcBef>
              <a:spcAft>
                <a:spcPts val="0"/>
              </a:spcAft>
              <a:buSzPts val="1900"/>
              <a:buChar char="●"/>
            </a:pPr>
            <a:r>
              <a:rPr lang="en-US" sz="1900"/>
              <a:t>Sync with mobile devices and back to the desktop</a:t>
            </a:r>
            <a:endParaRPr sz="1900"/>
          </a:p>
          <a:p>
            <a:pPr indent="-349250" lvl="0" marL="457200" rtl="0" algn="l">
              <a:spcBef>
                <a:spcPts val="0"/>
              </a:spcBef>
              <a:spcAft>
                <a:spcPts val="0"/>
              </a:spcAft>
              <a:buSzPts val="1900"/>
              <a:buChar char="●"/>
            </a:pPr>
            <a:r>
              <a:rPr lang="en-US" sz="1900"/>
              <a:t>Create forms</a:t>
            </a:r>
            <a:endParaRPr sz="1900"/>
          </a:p>
          <a:p>
            <a:pPr indent="0" lvl="0" marL="0" rtl="0" algn="l">
              <a:spcBef>
                <a:spcPts val="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pic>
        <p:nvPicPr>
          <p:cNvPr id="1103" name="Google Shape;1103;p23"/>
          <p:cNvPicPr preferRelativeResize="0"/>
          <p:nvPr/>
        </p:nvPicPr>
        <p:blipFill rotWithShape="1">
          <a:blip r:embed="rId3">
            <a:alphaModFix/>
          </a:blip>
          <a:srcRect b="0" l="0" r="0" t="0"/>
          <a:stretch/>
        </p:blipFill>
        <p:spPr>
          <a:xfrm>
            <a:off x="0" y="0"/>
            <a:ext cx="9140825" cy="51435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62626"/>
        </a:solidFill>
      </p:bgPr>
    </p:bg>
    <p:spTree>
      <p:nvGrpSpPr>
        <p:cNvPr id="1107" name="Shape 1107"/>
        <p:cNvGrpSpPr/>
        <p:nvPr/>
      </p:nvGrpSpPr>
      <p:grpSpPr>
        <a:xfrm>
          <a:off x="0" y="0"/>
          <a:ext cx="0" cy="0"/>
          <a:chOff x="0" y="0"/>
          <a:chExt cx="0" cy="0"/>
        </a:xfrm>
      </p:grpSpPr>
      <p:sp>
        <p:nvSpPr>
          <p:cNvPr id="1108" name="Google Shape;1108;g152d8d3ad97_1_151"/>
          <p:cNvSpPr txBox="1"/>
          <p:nvPr>
            <p:ph type="title"/>
          </p:nvPr>
        </p:nvSpPr>
        <p:spPr>
          <a:xfrm>
            <a:off x="453600" y="190800"/>
            <a:ext cx="7886700" cy="993900"/>
          </a:xfrm>
          <a:prstGeom prst="rect">
            <a:avLst/>
          </a:prstGeom>
          <a:noFill/>
          <a:ln>
            <a:noFill/>
          </a:ln>
        </p:spPr>
        <p:txBody>
          <a:bodyPr anchorCtr="0" anchor="ctr" bIns="45700" lIns="91425" spcFirstLastPara="1" rIns="91425" wrap="square" tIns="45700">
            <a:noAutofit/>
          </a:bodyPr>
          <a:lstStyle/>
          <a:p>
            <a:pPr indent="0" lvl="0" marL="0" rtl="0" algn="l">
              <a:lnSpc>
                <a:spcPct val="86000"/>
              </a:lnSpc>
              <a:spcBef>
                <a:spcPts val="0"/>
              </a:spcBef>
              <a:spcAft>
                <a:spcPts val="0"/>
              </a:spcAft>
              <a:buSzPts val="1400"/>
              <a:buNone/>
            </a:pPr>
            <a:r>
              <a:rPr b="1" lang="en-US" sz="4000">
                <a:solidFill>
                  <a:srgbClr val="F49D00"/>
                </a:solidFill>
              </a:rPr>
              <a:t>Bonus Content</a:t>
            </a:r>
            <a:endParaRPr/>
          </a:p>
        </p:txBody>
      </p:sp>
      <p:pic>
        <p:nvPicPr>
          <p:cNvPr id="1109" name="Google Shape;1109;g152d8d3ad97_1_151"/>
          <p:cNvPicPr preferRelativeResize="0"/>
          <p:nvPr/>
        </p:nvPicPr>
        <p:blipFill rotWithShape="1">
          <a:blip r:embed="rId3">
            <a:alphaModFix/>
          </a:blip>
          <a:srcRect b="0" l="0" r="0" t="88574"/>
          <a:stretch/>
        </p:blipFill>
        <p:spPr>
          <a:xfrm>
            <a:off x="5060" y="4563291"/>
            <a:ext cx="9158870" cy="58857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pectrum - 16x9">
  <a:themeElements>
    <a:clrScheme name="i9_Multicolored Dark">
      <a:dk1>
        <a:srgbClr val="FFFFFF"/>
      </a:dk1>
      <a:lt1>
        <a:srgbClr val="2B2B2D"/>
      </a:lt1>
      <a:dk2>
        <a:srgbClr val="21B169"/>
      </a:dk2>
      <a:lt2>
        <a:srgbClr val="CF423F"/>
      </a:lt2>
      <a:accent1>
        <a:srgbClr val="4DB3C7"/>
      </a:accent1>
      <a:accent2>
        <a:srgbClr val="85CA46"/>
      </a:accent2>
      <a:accent3>
        <a:srgbClr val="F49D00"/>
      </a:accent3>
      <a:accent4>
        <a:srgbClr val="D2326B"/>
      </a:accent4>
      <a:accent5>
        <a:srgbClr val="1D6E9B"/>
      </a:accent5>
      <a:accent6>
        <a:srgbClr val="6F4EA4"/>
      </a:accent6>
      <a:hlink>
        <a:srgbClr val="7030A0"/>
      </a:hlink>
      <a:folHlink>
        <a:srgbClr val="00B0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2020-07-31T00:18:16Z</dcterms:created>
  <dc:creator>Microsoft Office User</dc:creator>
</cp:coreProperties>
</file>